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(N=1462, events=576)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46044" y="528101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78421" y="523533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83550" y="532118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83820" y="511951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12183" y="489994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63662" y="41960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13050" y="367977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291724" y="314008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51916" y="238921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73664" y="21073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78055" y="2120581"/>
              <a:ext cx="2927619" cy="3203307"/>
            </a:xfrm>
            <a:custGeom>
              <a:avLst/>
              <a:pathLst>
                <a:path w="2927619" h="3203307">
                  <a:moveTo>
                    <a:pt x="0" y="3199790"/>
                  </a:moveTo>
                  <a:lnTo>
                    <a:pt x="37058" y="3203307"/>
                  </a:lnTo>
                  <a:lnTo>
                    <a:pt x="74116" y="3201642"/>
                  </a:lnTo>
                  <a:lnTo>
                    <a:pt x="111175" y="3194723"/>
                  </a:lnTo>
                  <a:lnTo>
                    <a:pt x="148233" y="3182468"/>
                  </a:lnTo>
                  <a:lnTo>
                    <a:pt x="185292" y="3164826"/>
                  </a:lnTo>
                  <a:lnTo>
                    <a:pt x="222350" y="3142049"/>
                  </a:lnTo>
                  <a:lnTo>
                    <a:pt x="259409" y="3114296"/>
                  </a:lnTo>
                  <a:lnTo>
                    <a:pt x="296467" y="3081303"/>
                  </a:lnTo>
                  <a:lnTo>
                    <a:pt x="333526" y="3043314"/>
                  </a:lnTo>
                  <a:lnTo>
                    <a:pt x="370584" y="3000093"/>
                  </a:lnTo>
                  <a:lnTo>
                    <a:pt x="407643" y="2951321"/>
                  </a:lnTo>
                  <a:lnTo>
                    <a:pt x="444701" y="2897636"/>
                  </a:lnTo>
                  <a:lnTo>
                    <a:pt x="481760" y="2839071"/>
                  </a:lnTo>
                  <a:lnTo>
                    <a:pt x="518818" y="2771684"/>
                  </a:lnTo>
                  <a:lnTo>
                    <a:pt x="555877" y="2696581"/>
                  </a:lnTo>
                  <a:lnTo>
                    <a:pt x="592935" y="2616132"/>
                  </a:lnTo>
                  <a:lnTo>
                    <a:pt x="629994" y="2532702"/>
                  </a:lnTo>
                  <a:lnTo>
                    <a:pt x="667052" y="2448661"/>
                  </a:lnTo>
                  <a:lnTo>
                    <a:pt x="704111" y="2366374"/>
                  </a:lnTo>
                  <a:lnTo>
                    <a:pt x="741169" y="2288209"/>
                  </a:lnTo>
                  <a:lnTo>
                    <a:pt x="778228" y="2216533"/>
                  </a:lnTo>
                  <a:lnTo>
                    <a:pt x="815286" y="2153714"/>
                  </a:lnTo>
                  <a:lnTo>
                    <a:pt x="852344" y="2097425"/>
                  </a:lnTo>
                  <a:lnTo>
                    <a:pt x="889403" y="2042572"/>
                  </a:lnTo>
                  <a:lnTo>
                    <a:pt x="926461" y="1989129"/>
                  </a:lnTo>
                  <a:lnTo>
                    <a:pt x="963520" y="1937089"/>
                  </a:lnTo>
                  <a:lnTo>
                    <a:pt x="1000578" y="1886444"/>
                  </a:lnTo>
                  <a:lnTo>
                    <a:pt x="1037637" y="1837188"/>
                  </a:lnTo>
                  <a:lnTo>
                    <a:pt x="1074695" y="1789314"/>
                  </a:lnTo>
                  <a:lnTo>
                    <a:pt x="1111754" y="1742814"/>
                  </a:lnTo>
                  <a:lnTo>
                    <a:pt x="1148812" y="1697682"/>
                  </a:lnTo>
                  <a:lnTo>
                    <a:pt x="1185871" y="1653910"/>
                  </a:lnTo>
                  <a:lnTo>
                    <a:pt x="1222929" y="1611491"/>
                  </a:lnTo>
                  <a:lnTo>
                    <a:pt x="1259988" y="1570419"/>
                  </a:lnTo>
                  <a:lnTo>
                    <a:pt x="1297046" y="1531108"/>
                  </a:lnTo>
                  <a:lnTo>
                    <a:pt x="1334105" y="1494249"/>
                  </a:lnTo>
                  <a:lnTo>
                    <a:pt x="1371163" y="1459593"/>
                  </a:lnTo>
                  <a:lnTo>
                    <a:pt x="1408222" y="1426868"/>
                  </a:lnTo>
                  <a:lnTo>
                    <a:pt x="1445280" y="1395802"/>
                  </a:lnTo>
                  <a:lnTo>
                    <a:pt x="1482339" y="1366123"/>
                  </a:lnTo>
                  <a:lnTo>
                    <a:pt x="1519397" y="1337559"/>
                  </a:lnTo>
                  <a:lnTo>
                    <a:pt x="1556456" y="1309837"/>
                  </a:lnTo>
                  <a:lnTo>
                    <a:pt x="1593514" y="1282686"/>
                  </a:lnTo>
                  <a:lnTo>
                    <a:pt x="1630573" y="1255833"/>
                  </a:lnTo>
                  <a:lnTo>
                    <a:pt x="1667631" y="1229006"/>
                  </a:lnTo>
                  <a:lnTo>
                    <a:pt x="1704689" y="1201934"/>
                  </a:lnTo>
                  <a:lnTo>
                    <a:pt x="1741748" y="1174343"/>
                  </a:lnTo>
                  <a:lnTo>
                    <a:pt x="1778806" y="1145961"/>
                  </a:lnTo>
                  <a:lnTo>
                    <a:pt x="1815865" y="1116517"/>
                  </a:lnTo>
                  <a:lnTo>
                    <a:pt x="1852923" y="1085739"/>
                  </a:lnTo>
                  <a:lnTo>
                    <a:pt x="1889982" y="1053353"/>
                  </a:lnTo>
                  <a:lnTo>
                    <a:pt x="1927040" y="1019088"/>
                  </a:lnTo>
                  <a:lnTo>
                    <a:pt x="1964099" y="982962"/>
                  </a:lnTo>
                  <a:lnTo>
                    <a:pt x="2001157" y="946551"/>
                  </a:lnTo>
                  <a:lnTo>
                    <a:pt x="2038216" y="910128"/>
                  </a:lnTo>
                  <a:lnTo>
                    <a:pt x="2075274" y="873678"/>
                  </a:lnTo>
                  <a:lnTo>
                    <a:pt x="2112333" y="837186"/>
                  </a:lnTo>
                  <a:lnTo>
                    <a:pt x="2149391" y="800638"/>
                  </a:lnTo>
                  <a:lnTo>
                    <a:pt x="2186450" y="764019"/>
                  </a:lnTo>
                  <a:lnTo>
                    <a:pt x="2223508" y="727316"/>
                  </a:lnTo>
                  <a:lnTo>
                    <a:pt x="2260567" y="690514"/>
                  </a:lnTo>
                  <a:lnTo>
                    <a:pt x="2297625" y="653598"/>
                  </a:lnTo>
                  <a:lnTo>
                    <a:pt x="2334684" y="616554"/>
                  </a:lnTo>
                  <a:lnTo>
                    <a:pt x="2371742" y="579368"/>
                  </a:lnTo>
                  <a:lnTo>
                    <a:pt x="2408801" y="542025"/>
                  </a:lnTo>
                  <a:lnTo>
                    <a:pt x="2445859" y="504511"/>
                  </a:lnTo>
                  <a:lnTo>
                    <a:pt x="2482918" y="466811"/>
                  </a:lnTo>
                  <a:lnTo>
                    <a:pt x="2519976" y="428912"/>
                  </a:lnTo>
                  <a:lnTo>
                    <a:pt x="2557034" y="390799"/>
                  </a:lnTo>
                  <a:lnTo>
                    <a:pt x="2594093" y="352456"/>
                  </a:lnTo>
                  <a:lnTo>
                    <a:pt x="2631151" y="313892"/>
                  </a:lnTo>
                  <a:lnTo>
                    <a:pt x="2668210" y="275165"/>
                  </a:lnTo>
                  <a:lnTo>
                    <a:pt x="2705268" y="236283"/>
                  </a:lnTo>
                  <a:lnTo>
                    <a:pt x="2742327" y="197251"/>
                  </a:lnTo>
                  <a:lnTo>
                    <a:pt x="2779385" y="158074"/>
                  </a:lnTo>
                  <a:lnTo>
                    <a:pt x="2816444" y="118756"/>
                  </a:lnTo>
                  <a:lnTo>
                    <a:pt x="2853502" y="79301"/>
                  </a:lnTo>
                  <a:lnTo>
                    <a:pt x="2890561" y="39714"/>
                  </a:lnTo>
                  <a:lnTo>
                    <a:pt x="2927619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(N=365, events=144)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40656" y="53062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61051" y="53914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53783" y="52962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52160" y="491559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793830" y="49456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28870" y="472526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23013" y="343105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21580" y="280143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6066381" y="234619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93116" y="215330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72666" y="2228453"/>
              <a:ext cx="2952460" cy="3201714"/>
            </a:xfrm>
            <a:custGeom>
              <a:avLst/>
              <a:pathLst>
                <a:path w="2952460" h="3201714">
                  <a:moveTo>
                    <a:pt x="0" y="3201714"/>
                  </a:moveTo>
                  <a:lnTo>
                    <a:pt x="37372" y="3160927"/>
                  </a:lnTo>
                  <a:lnTo>
                    <a:pt x="74745" y="3120774"/>
                  </a:lnTo>
                  <a:lnTo>
                    <a:pt x="112118" y="3081193"/>
                  </a:lnTo>
                  <a:lnTo>
                    <a:pt x="149491" y="3042127"/>
                  </a:lnTo>
                  <a:lnTo>
                    <a:pt x="186864" y="3003674"/>
                  </a:lnTo>
                  <a:lnTo>
                    <a:pt x="224237" y="2966005"/>
                  </a:lnTo>
                  <a:lnTo>
                    <a:pt x="261610" y="2928755"/>
                  </a:lnTo>
                  <a:lnTo>
                    <a:pt x="298983" y="2892250"/>
                  </a:lnTo>
                  <a:lnTo>
                    <a:pt x="336356" y="2856063"/>
                  </a:lnTo>
                  <a:lnTo>
                    <a:pt x="373729" y="2818244"/>
                  </a:lnTo>
                  <a:lnTo>
                    <a:pt x="411102" y="2780851"/>
                  </a:lnTo>
                  <a:lnTo>
                    <a:pt x="448475" y="2746233"/>
                  </a:lnTo>
                  <a:lnTo>
                    <a:pt x="485847" y="2716584"/>
                  </a:lnTo>
                  <a:lnTo>
                    <a:pt x="523220" y="2691385"/>
                  </a:lnTo>
                  <a:lnTo>
                    <a:pt x="560593" y="2668524"/>
                  </a:lnTo>
                  <a:lnTo>
                    <a:pt x="597966" y="2645881"/>
                  </a:lnTo>
                  <a:lnTo>
                    <a:pt x="635339" y="2621335"/>
                  </a:lnTo>
                  <a:lnTo>
                    <a:pt x="672712" y="2592767"/>
                  </a:lnTo>
                  <a:lnTo>
                    <a:pt x="710085" y="2558055"/>
                  </a:lnTo>
                  <a:lnTo>
                    <a:pt x="747458" y="2515080"/>
                  </a:lnTo>
                  <a:lnTo>
                    <a:pt x="784831" y="2461721"/>
                  </a:lnTo>
                  <a:lnTo>
                    <a:pt x="822204" y="2397595"/>
                  </a:lnTo>
                  <a:lnTo>
                    <a:pt x="859577" y="2325229"/>
                  </a:lnTo>
                  <a:lnTo>
                    <a:pt x="896950" y="2246143"/>
                  </a:lnTo>
                  <a:lnTo>
                    <a:pt x="934323" y="2161842"/>
                  </a:lnTo>
                  <a:lnTo>
                    <a:pt x="971695" y="2073833"/>
                  </a:lnTo>
                  <a:lnTo>
                    <a:pt x="1009068" y="1983623"/>
                  </a:lnTo>
                  <a:lnTo>
                    <a:pt x="1046441" y="1892718"/>
                  </a:lnTo>
                  <a:lnTo>
                    <a:pt x="1083814" y="1802624"/>
                  </a:lnTo>
                  <a:lnTo>
                    <a:pt x="1121187" y="1714847"/>
                  </a:lnTo>
                  <a:lnTo>
                    <a:pt x="1158560" y="1630894"/>
                  </a:lnTo>
                  <a:lnTo>
                    <a:pt x="1195933" y="1552272"/>
                  </a:lnTo>
                  <a:lnTo>
                    <a:pt x="1233306" y="1480486"/>
                  </a:lnTo>
                  <a:lnTo>
                    <a:pt x="1270679" y="1417042"/>
                  </a:lnTo>
                  <a:lnTo>
                    <a:pt x="1308052" y="1361349"/>
                  </a:lnTo>
                  <a:lnTo>
                    <a:pt x="1345425" y="1307815"/>
                  </a:lnTo>
                  <a:lnTo>
                    <a:pt x="1382798" y="1255967"/>
                  </a:lnTo>
                  <a:lnTo>
                    <a:pt x="1420171" y="1205741"/>
                  </a:lnTo>
                  <a:lnTo>
                    <a:pt x="1457543" y="1157072"/>
                  </a:lnTo>
                  <a:lnTo>
                    <a:pt x="1494916" y="1109893"/>
                  </a:lnTo>
                  <a:lnTo>
                    <a:pt x="1532289" y="1064142"/>
                  </a:lnTo>
                  <a:lnTo>
                    <a:pt x="1569662" y="1019752"/>
                  </a:lnTo>
                  <a:lnTo>
                    <a:pt x="1607035" y="976658"/>
                  </a:lnTo>
                  <a:lnTo>
                    <a:pt x="1644408" y="934796"/>
                  </a:lnTo>
                  <a:lnTo>
                    <a:pt x="1681781" y="894100"/>
                  </a:lnTo>
                  <a:lnTo>
                    <a:pt x="1719154" y="854506"/>
                  </a:lnTo>
                  <a:lnTo>
                    <a:pt x="1756527" y="815948"/>
                  </a:lnTo>
                  <a:lnTo>
                    <a:pt x="1793900" y="778362"/>
                  </a:lnTo>
                  <a:lnTo>
                    <a:pt x="1831273" y="741682"/>
                  </a:lnTo>
                  <a:lnTo>
                    <a:pt x="1868646" y="705843"/>
                  </a:lnTo>
                  <a:lnTo>
                    <a:pt x="1906019" y="670781"/>
                  </a:lnTo>
                  <a:lnTo>
                    <a:pt x="1943391" y="636431"/>
                  </a:lnTo>
                  <a:lnTo>
                    <a:pt x="1980764" y="602727"/>
                  </a:lnTo>
                  <a:lnTo>
                    <a:pt x="2018137" y="569604"/>
                  </a:lnTo>
                  <a:lnTo>
                    <a:pt x="2055510" y="536998"/>
                  </a:lnTo>
                  <a:lnTo>
                    <a:pt x="2092883" y="504897"/>
                  </a:lnTo>
                  <a:lnTo>
                    <a:pt x="2130256" y="473969"/>
                  </a:lnTo>
                  <a:lnTo>
                    <a:pt x="2167629" y="444374"/>
                  </a:lnTo>
                  <a:lnTo>
                    <a:pt x="2205002" y="416031"/>
                  </a:lnTo>
                  <a:lnTo>
                    <a:pt x="2242375" y="388860"/>
                  </a:lnTo>
                  <a:lnTo>
                    <a:pt x="2279748" y="362780"/>
                  </a:lnTo>
                  <a:lnTo>
                    <a:pt x="2317121" y="337711"/>
                  </a:lnTo>
                  <a:lnTo>
                    <a:pt x="2354494" y="313572"/>
                  </a:lnTo>
                  <a:lnTo>
                    <a:pt x="2391867" y="290282"/>
                  </a:lnTo>
                  <a:lnTo>
                    <a:pt x="2429239" y="267762"/>
                  </a:lnTo>
                  <a:lnTo>
                    <a:pt x="2466612" y="245930"/>
                  </a:lnTo>
                  <a:lnTo>
                    <a:pt x="2503985" y="224706"/>
                  </a:lnTo>
                  <a:lnTo>
                    <a:pt x="2541358" y="204010"/>
                  </a:lnTo>
                  <a:lnTo>
                    <a:pt x="2578731" y="183760"/>
                  </a:lnTo>
                  <a:lnTo>
                    <a:pt x="2616104" y="163877"/>
                  </a:lnTo>
                  <a:lnTo>
                    <a:pt x="2653477" y="144280"/>
                  </a:lnTo>
                  <a:lnTo>
                    <a:pt x="2690850" y="124888"/>
                  </a:lnTo>
                  <a:lnTo>
                    <a:pt x="2728223" y="105622"/>
                  </a:lnTo>
                  <a:lnTo>
                    <a:pt x="2765596" y="86643"/>
                  </a:lnTo>
                  <a:lnTo>
                    <a:pt x="2802969" y="68149"/>
                  </a:lnTo>
                  <a:lnTo>
                    <a:pt x="2840342" y="50190"/>
                  </a:lnTo>
                  <a:lnTo>
                    <a:pt x="2877715" y="32813"/>
                  </a:lnTo>
                  <a:lnTo>
                    <a:pt x="2915087" y="16067"/>
                  </a:lnTo>
                  <a:lnTo>
                    <a:pt x="2952460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2025-10-13T15:18:05Z</dcterms:modified>
  <cp:category/>
</cp:coreProperties>
</file>