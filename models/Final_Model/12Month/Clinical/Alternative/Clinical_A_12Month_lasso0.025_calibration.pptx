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Train (N=1827, events=720)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293335" y="537485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418775" y="530434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529842" y="523352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657369" y="505599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859658" y="471902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243590" y="420881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784383" y="371654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334074" y="309599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856878" y="251000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229664" y="213559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325345" y="2155644"/>
              <a:ext cx="2936329" cy="3281045"/>
            </a:xfrm>
            <a:custGeom>
              <a:avLst/>
              <a:pathLst>
                <a:path w="2936329" h="3281045">
                  <a:moveTo>
                    <a:pt x="0" y="3281045"/>
                  </a:moveTo>
                  <a:lnTo>
                    <a:pt x="37168" y="3250363"/>
                  </a:lnTo>
                  <a:lnTo>
                    <a:pt x="74337" y="3218250"/>
                  </a:lnTo>
                  <a:lnTo>
                    <a:pt x="111506" y="3184583"/>
                  </a:lnTo>
                  <a:lnTo>
                    <a:pt x="148674" y="3149246"/>
                  </a:lnTo>
                  <a:lnTo>
                    <a:pt x="185843" y="3112288"/>
                  </a:lnTo>
                  <a:lnTo>
                    <a:pt x="223012" y="3073922"/>
                  </a:lnTo>
                  <a:lnTo>
                    <a:pt x="260181" y="3034209"/>
                  </a:lnTo>
                  <a:lnTo>
                    <a:pt x="297349" y="2992835"/>
                  </a:lnTo>
                  <a:lnTo>
                    <a:pt x="334518" y="2950066"/>
                  </a:lnTo>
                  <a:lnTo>
                    <a:pt x="371687" y="2906184"/>
                  </a:lnTo>
                  <a:lnTo>
                    <a:pt x="408856" y="2860321"/>
                  </a:lnTo>
                  <a:lnTo>
                    <a:pt x="446024" y="2812402"/>
                  </a:lnTo>
                  <a:lnTo>
                    <a:pt x="483193" y="2762962"/>
                  </a:lnTo>
                  <a:lnTo>
                    <a:pt x="520362" y="2712537"/>
                  </a:lnTo>
                  <a:lnTo>
                    <a:pt x="557530" y="2661662"/>
                  </a:lnTo>
                  <a:lnTo>
                    <a:pt x="594699" y="2609858"/>
                  </a:lnTo>
                  <a:lnTo>
                    <a:pt x="631868" y="2555427"/>
                  </a:lnTo>
                  <a:lnTo>
                    <a:pt x="669037" y="2499067"/>
                  </a:lnTo>
                  <a:lnTo>
                    <a:pt x="706205" y="2441576"/>
                  </a:lnTo>
                  <a:lnTo>
                    <a:pt x="743374" y="2383753"/>
                  </a:lnTo>
                  <a:lnTo>
                    <a:pt x="780543" y="2326396"/>
                  </a:lnTo>
                  <a:lnTo>
                    <a:pt x="817712" y="2270302"/>
                  </a:lnTo>
                  <a:lnTo>
                    <a:pt x="854880" y="2216271"/>
                  </a:lnTo>
                  <a:lnTo>
                    <a:pt x="892049" y="2165100"/>
                  </a:lnTo>
                  <a:lnTo>
                    <a:pt x="929218" y="2117587"/>
                  </a:lnTo>
                  <a:lnTo>
                    <a:pt x="966386" y="2074256"/>
                  </a:lnTo>
                  <a:lnTo>
                    <a:pt x="1003555" y="2033372"/>
                  </a:lnTo>
                  <a:lnTo>
                    <a:pt x="1040724" y="1994263"/>
                  </a:lnTo>
                  <a:lnTo>
                    <a:pt x="1077893" y="1956664"/>
                  </a:lnTo>
                  <a:lnTo>
                    <a:pt x="1115061" y="1920312"/>
                  </a:lnTo>
                  <a:lnTo>
                    <a:pt x="1152230" y="1884943"/>
                  </a:lnTo>
                  <a:lnTo>
                    <a:pt x="1189399" y="1850294"/>
                  </a:lnTo>
                  <a:lnTo>
                    <a:pt x="1226568" y="1816101"/>
                  </a:lnTo>
                  <a:lnTo>
                    <a:pt x="1263736" y="1782101"/>
                  </a:lnTo>
                  <a:lnTo>
                    <a:pt x="1300905" y="1748030"/>
                  </a:lnTo>
                  <a:lnTo>
                    <a:pt x="1338074" y="1713625"/>
                  </a:lnTo>
                  <a:lnTo>
                    <a:pt x="1375242" y="1678622"/>
                  </a:lnTo>
                  <a:lnTo>
                    <a:pt x="1412411" y="1642758"/>
                  </a:lnTo>
                  <a:lnTo>
                    <a:pt x="1449580" y="1605768"/>
                  </a:lnTo>
                  <a:lnTo>
                    <a:pt x="1486749" y="1567390"/>
                  </a:lnTo>
                  <a:lnTo>
                    <a:pt x="1523917" y="1528064"/>
                  </a:lnTo>
                  <a:lnTo>
                    <a:pt x="1561086" y="1488759"/>
                  </a:lnTo>
                  <a:lnTo>
                    <a:pt x="1598255" y="1449473"/>
                  </a:lnTo>
                  <a:lnTo>
                    <a:pt x="1635424" y="1410194"/>
                  </a:lnTo>
                  <a:lnTo>
                    <a:pt x="1672592" y="1370909"/>
                  </a:lnTo>
                  <a:lnTo>
                    <a:pt x="1709761" y="1331603"/>
                  </a:lnTo>
                  <a:lnTo>
                    <a:pt x="1746930" y="1292266"/>
                  </a:lnTo>
                  <a:lnTo>
                    <a:pt x="1784098" y="1252882"/>
                  </a:lnTo>
                  <a:lnTo>
                    <a:pt x="1821267" y="1213441"/>
                  </a:lnTo>
                  <a:lnTo>
                    <a:pt x="1858436" y="1173927"/>
                  </a:lnTo>
                  <a:lnTo>
                    <a:pt x="1895605" y="1134330"/>
                  </a:lnTo>
                  <a:lnTo>
                    <a:pt x="1932773" y="1094634"/>
                  </a:lnTo>
                  <a:lnTo>
                    <a:pt x="1969942" y="1054829"/>
                  </a:lnTo>
                  <a:lnTo>
                    <a:pt x="2007111" y="1014900"/>
                  </a:lnTo>
                  <a:lnTo>
                    <a:pt x="2044280" y="974834"/>
                  </a:lnTo>
                  <a:lnTo>
                    <a:pt x="2081448" y="934631"/>
                  </a:lnTo>
                  <a:lnTo>
                    <a:pt x="2118617" y="894308"/>
                  </a:lnTo>
                  <a:lnTo>
                    <a:pt x="2155786" y="853878"/>
                  </a:lnTo>
                  <a:lnTo>
                    <a:pt x="2192954" y="813357"/>
                  </a:lnTo>
                  <a:lnTo>
                    <a:pt x="2230123" y="772760"/>
                  </a:lnTo>
                  <a:lnTo>
                    <a:pt x="2267292" y="732100"/>
                  </a:lnTo>
                  <a:lnTo>
                    <a:pt x="2304461" y="691393"/>
                  </a:lnTo>
                  <a:lnTo>
                    <a:pt x="2341629" y="650655"/>
                  </a:lnTo>
                  <a:lnTo>
                    <a:pt x="2378798" y="609898"/>
                  </a:lnTo>
                  <a:lnTo>
                    <a:pt x="2415967" y="569140"/>
                  </a:lnTo>
                  <a:lnTo>
                    <a:pt x="2453136" y="528393"/>
                  </a:lnTo>
                  <a:lnTo>
                    <a:pt x="2490304" y="487673"/>
                  </a:lnTo>
                  <a:lnTo>
                    <a:pt x="2527473" y="446995"/>
                  </a:lnTo>
                  <a:lnTo>
                    <a:pt x="2564642" y="406373"/>
                  </a:lnTo>
                  <a:lnTo>
                    <a:pt x="2601810" y="365773"/>
                  </a:lnTo>
                  <a:lnTo>
                    <a:pt x="2638979" y="325159"/>
                  </a:lnTo>
                  <a:lnTo>
                    <a:pt x="2676148" y="284531"/>
                  </a:lnTo>
                  <a:lnTo>
                    <a:pt x="2713317" y="243894"/>
                  </a:lnTo>
                  <a:lnTo>
                    <a:pt x="2750485" y="203249"/>
                  </a:lnTo>
                  <a:lnTo>
                    <a:pt x="2787654" y="162599"/>
                  </a:lnTo>
                  <a:lnTo>
                    <a:pt x="2824823" y="121946"/>
                  </a:lnTo>
                  <a:lnTo>
                    <a:pt x="2861992" y="81294"/>
                  </a:lnTo>
                  <a:lnTo>
                    <a:pt x="2899160" y="40644"/>
                  </a:lnTo>
                  <a:lnTo>
                    <a:pt x="2936329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6348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(Train)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2025-10-13T15:18:23Z</dcterms:modified>
  <cp:category/>
</cp:coreProperties>
</file>