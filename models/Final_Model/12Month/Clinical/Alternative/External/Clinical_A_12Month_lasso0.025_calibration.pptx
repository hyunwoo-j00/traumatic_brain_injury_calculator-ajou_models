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 (external)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79178" y="531088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397044" y="495951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21066" y="504735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92099" y="452030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4014096" y="425677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313661" y="381756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14156" y="390540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076757" y="355403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433890" y="320266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977762" y="258776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11189" y="2608945"/>
              <a:ext cx="2698583" cy="2699841"/>
            </a:xfrm>
            <a:custGeom>
              <a:avLst/>
              <a:pathLst>
                <a:path w="2698583" h="2699841">
                  <a:moveTo>
                    <a:pt x="0" y="2699841"/>
                  </a:moveTo>
                  <a:lnTo>
                    <a:pt x="34159" y="2642114"/>
                  </a:lnTo>
                  <a:lnTo>
                    <a:pt x="68318" y="2585111"/>
                  </a:lnTo>
                  <a:lnTo>
                    <a:pt x="102477" y="2528914"/>
                  </a:lnTo>
                  <a:lnTo>
                    <a:pt x="136637" y="2473599"/>
                  </a:lnTo>
                  <a:lnTo>
                    <a:pt x="170796" y="2419139"/>
                  </a:lnTo>
                  <a:lnTo>
                    <a:pt x="204955" y="2365473"/>
                  </a:lnTo>
                  <a:lnTo>
                    <a:pt x="239114" y="2312538"/>
                  </a:lnTo>
                  <a:lnTo>
                    <a:pt x="273274" y="2260583"/>
                  </a:lnTo>
                  <a:lnTo>
                    <a:pt x="307433" y="2209820"/>
                  </a:lnTo>
                  <a:lnTo>
                    <a:pt x="341592" y="2159957"/>
                  </a:lnTo>
                  <a:lnTo>
                    <a:pt x="375752" y="2110697"/>
                  </a:lnTo>
                  <a:lnTo>
                    <a:pt x="409911" y="2061745"/>
                  </a:lnTo>
                  <a:lnTo>
                    <a:pt x="444070" y="2013019"/>
                  </a:lnTo>
                  <a:lnTo>
                    <a:pt x="478229" y="1964732"/>
                  </a:lnTo>
                  <a:lnTo>
                    <a:pt x="512389" y="1916932"/>
                  </a:lnTo>
                  <a:lnTo>
                    <a:pt x="546548" y="1869665"/>
                  </a:lnTo>
                  <a:lnTo>
                    <a:pt x="580707" y="1822975"/>
                  </a:lnTo>
                  <a:lnTo>
                    <a:pt x="614867" y="1776908"/>
                  </a:lnTo>
                  <a:lnTo>
                    <a:pt x="649026" y="1731510"/>
                  </a:lnTo>
                  <a:lnTo>
                    <a:pt x="683185" y="1686826"/>
                  </a:lnTo>
                  <a:lnTo>
                    <a:pt x="717344" y="1642901"/>
                  </a:lnTo>
                  <a:lnTo>
                    <a:pt x="751504" y="1600077"/>
                  </a:lnTo>
                  <a:lnTo>
                    <a:pt x="785663" y="1560189"/>
                  </a:lnTo>
                  <a:lnTo>
                    <a:pt x="819822" y="1523388"/>
                  </a:lnTo>
                  <a:lnTo>
                    <a:pt x="853982" y="1489483"/>
                  </a:lnTo>
                  <a:lnTo>
                    <a:pt x="888141" y="1458283"/>
                  </a:lnTo>
                  <a:lnTo>
                    <a:pt x="922300" y="1429597"/>
                  </a:lnTo>
                  <a:lnTo>
                    <a:pt x="956459" y="1403236"/>
                  </a:lnTo>
                  <a:lnTo>
                    <a:pt x="990619" y="1379006"/>
                  </a:lnTo>
                  <a:lnTo>
                    <a:pt x="1024778" y="1356719"/>
                  </a:lnTo>
                  <a:lnTo>
                    <a:pt x="1058937" y="1336873"/>
                  </a:lnTo>
                  <a:lnTo>
                    <a:pt x="1093097" y="1320886"/>
                  </a:lnTo>
                  <a:lnTo>
                    <a:pt x="1127256" y="1308096"/>
                  </a:lnTo>
                  <a:lnTo>
                    <a:pt x="1161415" y="1297728"/>
                  </a:lnTo>
                  <a:lnTo>
                    <a:pt x="1195574" y="1289003"/>
                  </a:lnTo>
                  <a:lnTo>
                    <a:pt x="1229734" y="1281144"/>
                  </a:lnTo>
                  <a:lnTo>
                    <a:pt x="1263893" y="1273375"/>
                  </a:lnTo>
                  <a:lnTo>
                    <a:pt x="1298052" y="1264918"/>
                  </a:lnTo>
                  <a:lnTo>
                    <a:pt x="1332212" y="1254995"/>
                  </a:lnTo>
                  <a:lnTo>
                    <a:pt x="1366371" y="1242831"/>
                  </a:lnTo>
                  <a:lnTo>
                    <a:pt x="1400530" y="1227647"/>
                  </a:lnTo>
                  <a:lnTo>
                    <a:pt x="1434689" y="1208667"/>
                  </a:lnTo>
                  <a:lnTo>
                    <a:pt x="1468849" y="1188094"/>
                  </a:lnTo>
                  <a:lnTo>
                    <a:pt x="1503008" y="1168506"/>
                  </a:lnTo>
                  <a:lnTo>
                    <a:pt x="1537167" y="1149536"/>
                  </a:lnTo>
                  <a:lnTo>
                    <a:pt x="1571327" y="1130817"/>
                  </a:lnTo>
                  <a:lnTo>
                    <a:pt x="1605486" y="1111984"/>
                  </a:lnTo>
                  <a:lnTo>
                    <a:pt x="1639645" y="1092669"/>
                  </a:lnTo>
                  <a:lnTo>
                    <a:pt x="1673804" y="1072506"/>
                  </a:lnTo>
                  <a:lnTo>
                    <a:pt x="1707964" y="1051129"/>
                  </a:lnTo>
                  <a:lnTo>
                    <a:pt x="1742123" y="1028171"/>
                  </a:lnTo>
                  <a:lnTo>
                    <a:pt x="1776282" y="1003265"/>
                  </a:lnTo>
                  <a:lnTo>
                    <a:pt x="1810442" y="976177"/>
                  </a:lnTo>
                  <a:lnTo>
                    <a:pt x="1844601" y="948033"/>
                  </a:lnTo>
                  <a:lnTo>
                    <a:pt x="1878760" y="919164"/>
                  </a:lnTo>
                  <a:lnTo>
                    <a:pt x="1912919" y="889563"/>
                  </a:lnTo>
                  <a:lnTo>
                    <a:pt x="1947079" y="859223"/>
                  </a:lnTo>
                  <a:lnTo>
                    <a:pt x="1981238" y="828137"/>
                  </a:lnTo>
                  <a:lnTo>
                    <a:pt x="2015397" y="796296"/>
                  </a:lnTo>
                  <a:lnTo>
                    <a:pt x="2049557" y="763694"/>
                  </a:lnTo>
                  <a:lnTo>
                    <a:pt x="2083716" y="730322"/>
                  </a:lnTo>
                  <a:lnTo>
                    <a:pt x="2117875" y="696174"/>
                  </a:lnTo>
                  <a:lnTo>
                    <a:pt x="2152034" y="661241"/>
                  </a:lnTo>
                  <a:lnTo>
                    <a:pt x="2186194" y="625525"/>
                  </a:lnTo>
                  <a:lnTo>
                    <a:pt x="2220353" y="589038"/>
                  </a:lnTo>
                  <a:lnTo>
                    <a:pt x="2254512" y="551785"/>
                  </a:lnTo>
                  <a:lnTo>
                    <a:pt x="2288672" y="513771"/>
                  </a:lnTo>
                  <a:lnTo>
                    <a:pt x="2322831" y="475000"/>
                  </a:lnTo>
                  <a:lnTo>
                    <a:pt x="2356990" y="435478"/>
                  </a:lnTo>
                  <a:lnTo>
                    <a:pt x="2391149" y="395209"/>
                  </a:lnTo>
                  <a:lnTo>
                    <a:pt x="2425309" y="354198"/>
                  </a:lnTo>
                  <a:lnTo>
                    <a:pt x="2459468" y="312450"/>
                  </a:lnTo>
                  <a:lnTo>
                    <a:pt x="2493627" y="269971"/>
                  </a:lnTo>
                  <a:lnTo>
                    <a:pt x="2527787" y="226765"/>
                  </a:lnTo>
                  <a:lnTo>
                    <a:pt x="2561946" y="182836"/>
                  </a:lnTo>
                  <a:lnTo>
                    <a:pt x="2596105" y="138190"/>
                  </a:lnTo>
                  <a:lnTo>
                    <a:pt x="2630264" y="92833"/>
                  </a:lnTo>
                  <a:lnTo>
                    <a:pt x="2664424" y="46767"/>
                  </a:lnTo>
                  <a:lnTo>
                    <a:pt x="2698583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697444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(external)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2025-10-13T16:18:38Z</dcterms:modified>
  <cp:category/>
</cp:coreProperties>
</file>