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(N=1827, events=720)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52293" y="532080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71369" y="531527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67962" y="52161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69154" y="511882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794630" y="493767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43274" y="422733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02055" y="35833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38612" y="31148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87616" y="237895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82364" y="213559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84303" y="2149146"/>
              <a:ext cx="2930071" cy="3217628"/>
            </a:xfrm>
            <a:custGeom>
              <a:avLst/>
              <a:pathLst>
                <a:path w="2930071" h="3217628">
                  <a:moveTo>
                    <a:pt x="0" y="3217628"/>
                  </a:moveTo>
                  <a:lnTo>
                    <a:pt x="37089" y="3208251"/>
                  </a:lnTo>
                  <a:lnTo>
                    <a:pt x="74179" y="3194645"/>
                  </a:lnTo>
                  <a:lnTo>
                    <a:pt x="111268" y="3176793"/>
                  </a:lnTo>
                  <a:lnTo>
                    <a:pt x="148358" y="3154681"/>
                  </a:lnTo>
                  <a:lnTo>
                    <a:pt x="185447" y="3128329"/>
                  </a:lnTo>
                  <a:lnTo>
                    <a:pt x="222537" y="3097772"/>
                  </a:lnTo>
                  <a:lnTo>
                    <a:pt x="259626" y="3062930"/>
                  </a:lnTo>
                  <a:lnTo>
                    <a:pt x="296716" y="3023855"/>
                  </a:lnTo>
                  <a:lnTo>
                    <a:pt x="333805" y="2980599"/>
                  </a:lnTo>
                  <a:lnTo>
                    <a:pt x="370895" y="2932784"/>
                  </a:lnTo>
                  <a:lnTo>
                    <a:pt x="407984" y="2880695"/>
                  </a:lnTo>
                  <a:lnTo>
                    <a:pt x="445074" y="2824738"/>
                  </a:lnTo>
                  <a:lnTo>
                    <a:pt x="482163" y="2762737"/>
                  </a:lnTo>
                  <a:lnTo>
                    <a:pt x="519253" y="2694083"/>
                  </a:lnTo>
                  <a:lnTo>
                    <a:pt x="556342" y="2620508"/>
                  </a:lnTo>
                  <a:lnTo>
                    <a:pt x="593432" y="2543741"/>
                  </a:lnTo>
                  <a:lnTo>
                    <a:pt x="630521" y="2465511"/>
                  </a:lnTo>
                  <a:lnTo>
                    <a:pt x="667611" y="2387547"/>
                  </a:lnTo>
                  <a:lnTo>
                    <a:pt x="704700" y="2311579"/>
                  </a:lnTo>
                  <a:lnTo>
                    <a:pt x="741790" y="2239337"/>
                  </a:lnTo>
                  <a:lnTo>
                    <a:pt x="778879" y="2172551"/>
                  </a:lnTo>
                  <a:lnTo>
                    <a:pt x="815969" y="2111026"/>
                  </a:lnTo>
                  <a:lnTo>
                    <a:pt x="853058" y="2049739"/>
                  </a:lnTo>
                  <a:lnTo>
                    <a:pt x="890148" y="1988588"/>
                  </a:lnTo>
                  <a:lnTo>
                    <a:pt x="927237" y="1927899"/>
                  </a:lnTo>
                  <a:lnTo>
                    <a:pt x="964327" y="1867998"/>
                  </a:lnTo>
                  <a:lnTo>
                    <a:pt x="1001416" y="1809210"/>
                  </a:lnTo>
                  <a:lnTo>
                    <a:pt x="1038506" y="1751861"/>
                  </a:lnTo>
                  <a:lnTo>
                    <a:pt x="1075595" y="1696275"/>
                  </a:lnTo>
                  <a:lnTo>
                    <a:pt x="1112685" y="1642779"/>
                  </a:lnTo>
                  <a:lnTo>
                    <a:pt x="1149774" y="1591697"/>
                  </a:lnTo>
                  <a:lnTo>
                    <a:pt x="1186864" y="1543355"/>
                  </a:lnTo>
                  <a:lnTo>
                    <a:pt x="1223953" y="1498079"/>
                  </a:lnTo>
                  <a:lnTo>
                    <a:pt x="1261043" y="1456180"/>
                  </a:lnTo>
                  <a:lnTo>
                    <a:pt x="1298132" y="1417585"/>
                  </a:lnTo>
                  <a:lnTo>
                    <a:pt x="1335222" y="1381966"/>
                  </a:lnTo>
                  <a:lnTo>
                    <a:pt x="1372311" y="1349016"/>
                  </a:lnTo>
                  <a:lnTo>
                    <a:pt x="1409401" y="1318432"/>
                  </a:lnTo>
                  <a:lnTo>
                    <a:pt x="1446490" y="1289907"/>
                  </a:lnTo>
                  <a:lnTo>
                    <a:pt x="1483580" y="1263136"/>
                  </a:lnTo>
                  <a:lnTo>
                    <a:pt x="1520669" y="1237814"/>
                  </a:lnTo>
                  <a:lnTo>
                    <a:pt x="1557759" y="1213635"/>
                  </a:lnTo>
                  <a:lnTo>
                    <a:pt x="1594848" y="1190294"/>
                  </a:lnTo>
                  <a:lnTo>
                    <a:pt x="1631938" y="1167486"/>
                  </a:lnTo>
                  <a:lnTo>
                    <a:pt x="1669027" y="1144905"/>
                  </a:lnTo>
                  <a:lnTo>
                    <a:pt x="1706117" y="1122246"/>
                  </a:lnTo>
                  <a:lnTo>
                    <a:pt x="1743206" y="1099204"/>
                  </a:lnTo>
                  <a:lnTo>
                    <a:pt x="1780296" y="1075473"/>
                  </a:lnTo>
                  <a:lnTo>
                    <a:pt x="1817385" y="1050748"/>
                  </a:lnTo>
                  <a:lnTo>
                    <a:pt x="1854475" y="1024723"/>
                  </a:lnTo>
                  <a:lnTo>
                    <a:pt x="1891564" y="997094"/>
                  </a:lnTo>
                  <a:lnTo>
                    <a:pt x="1928654" y="967554"/>
                  </a:lnTo>
                  <a:lnTo>
                    <a:pt x="1965744" y="935799"/>
                  </a:lnTo>
                  <a:lnTo>
                    <a:pt x="2002833" y="901810"/>
                  </a:lnTo>
                  <a:lnTo>
                    <a:pt x="2039923" y="867531"/>
                  </a:lnTo>
                  <a:lnTo>
                    <a:pt x="2077012" y="833355"/>
                  </a:lnTo>
                  <a:lnTo>
                    <a:pt x="2114102" y="799245"/>
                  </a:lnTo>
                  <a:lnTo>
                    <a:pt x="2151191" y="765163"/>
                  </a:lnTo>
                  <a:lnTo>
                    <a:pt x="2188281" y="731070"/>
                  </a:lnTo>
                  <a:lnTo>
                    <a:pt x="2225370" y="696930"/>
                  </a:lnTo>
                  <a:lnTo>
                    <a:pt x="2262460" y="662704"/>
                  </a:lnTo>
                  <a:lnTo>
                    <a:pt x="2299549" y="628355"/>
                  </a:lnTo>
                  <a:lnTo>
                    <a:pt x="2336639" y="593844"/>
                  </a:lnTo>
                  <a:lnTo>
                    <a:pt x="2373728" y="559134"/>
                  </a:lnTo>
                  <a:lnTo>
                    <a:pt x="2410818" y="524187"/>
                  </a:lnTo>
                  <a:lnTo>
                    <a:pt x="2447907" y="488966"/>
                  </a:lnTo>
                  <a:lnTo>
                    <a:pt x="2484997" y="453432"/>
                  </a:lnTo>
                  <a:lnTo>
                    <a:pt x="2522086" y="417548"/>
                  </a:lnTo>
                  <a:lnTo>
                    <a:pt x="2559176" y="381275"/>
                  </a:lnTo>
                  <a:lnTo>
                    <a:pt x="2596265" y="344577"/>
                  </a:lnTo>
                  <a:lnTo>
                    <a:pt x="2633355" y="307414"/>
                  </a:lnTo>
                  <a:lnTo>
                    <a:pt x="2670444" y="269859"/>
                  </a:lnTo>
                  <a:lnTo>
                    <a:pt x="2707534" y="232034"/>
                  </a:lnTo>
                  <a:lnTo>
                    <a:pt x="2744623" y="193951"/>
                  </a:lnTo>
                  <a:lnTo>
                    <a:pt x="2781713" y="155619"/>
                  </a:lnTo>
                  <a:lnTo>
                    <a:pt x="2818802" y="117048"/>
                  </a:lnTo>
                  <a:lnTo>
                    <a:pt x="2855892" y="78248"/>
                  </a:lnTo>
                  <a:lnTo>
                    <a:pt x="2892981" y="39229"/>
                  </a:lnTo>
                  <a:lnTo>
                    <a:pt x="2930071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2025-10-13T15:17:01Z</dcterms:modified>
  <cp:category/>
</cp:coreProperties>
</file>