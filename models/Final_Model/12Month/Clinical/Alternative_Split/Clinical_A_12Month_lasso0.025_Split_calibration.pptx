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(N=1462, events=576)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97949" y="53245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33109" y="53211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48258" y="52069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76177" y="50376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86101" y="45949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83151" y="42898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76296" y="3726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294589" y="32104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91253" y="25300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01895" y="21306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29959" y="2139031"/>
              <a:ext cx="2903945" cy="3292922"/>
            </a:xfrm>
            <a:custGeom>
              <a:avLst/>
              <a:pathLst>
                <a:path w="2903945" h="3292922">
                  <a:moveTo>
                    <a:pt x="0" y="3292922"/>
                  </a:moveTo>
                  <a:lnTo>
                    <a:pt x="36758" y="3256733"/>
                  </a:lnTo>
                  <a:lnTo>
                    <a:pt x="73517" y="3219854"/>
                  </a:lnTo>
                  <a:lnTo>
                    <a:pt x="110276" y="3182054"/>
                  </a:lnTo>
                  <a:lnTo>
                    <a:pt x="147035" y="3143099"/>
                  </a:lnTo>
                  <a:lnTo>
                    <a:pt x="183794" y="3102902"/>
                  </a:lnTo>
                  <a:lnTo>
                    <a:pt x="220552" y="3061885"/>
                  </a:lnTo>
                  <a:lnTo>
                    <a:pt x="257311" y="3020511"/>
                  </a:lnTo>
                  <a:lnTo>
                    <a:pt x="294070" y="2978019"/>
                  </a:lnTo>
                  <a:lnTo>
                    <a:pt x="330829" y="2934530"/>
                  </a:lnTo>
                  <a:lnTo>
                    <a:pt x="367588" y="2890870"/>
                  </a:lnTo>
                  <a:lnTo>
                    <a:pt x="404346" y="2846599"/>
                  </a:lnTo>
                  <a:lnTo>
                    <a:pt x="441105" y="2799287"/>
                  </a:lnTo>
                  <a:lnTo>
                    <a:pt x="477864" y="2750129"/>
                  </a:lnTo>
                  <a:lnTo>
                    <a:pt x="514623" y="2700535"/>
                  </a:lnTo>
                  <a:lnTo>
                    <a:pt x="551382" y="2651916"/>
                  </a:lnTo>
                  <a:lnTo>
                    <a:pt x="588140" y="2605683"/>
                  </a:lnTo>
                  <a:lnTo>
                    <a:pt x="624899" y="2560727"/>
                  </a:lnTo>
                  <a:lnTo>
                    <a:pt x="661658" y="2515150"/>
                  </a:lnTo>
                  <a:lnTo>
                    <a:pt x="698417" y="2469190"/>
                  </a:lnTo>
                  <a:lnTo>
                    <a:pt x="735176" y="2423086"/>
                  </a:lnTo>
                  <a:lnTo>
                    <a:pt x="771934" y="2377074"/>
                  </a:lnTo>
                  <a:lnTo>
                    <a:pt x="808693" y="2331393"/>
                  </a:lnTo>
                  <a:lnTo>
                    <a:pt x="845452" y="2286279"/>
                  </a:lnTo>
                  <a:lnTo>
                    <a:pt x="882211" y="2241970"/>
                  </a:lnTo>
                  <a:lnTo>
                    <a:pt x="918970" y="2198705"/>
                  </a:lnTo>
                  <a:lnTo>
                    <a:pt x="955729" y="2156720"/>
                  </a:lnTo>
                  <a:lnTo>
                    <a:pt x="992487" y="2116255"/>
                  </a:lnTo>
                  <a:lnTo>
                    <a:pt x="1029246" y="2077516"/>
                  </a:lnTo>
                  <a:lnTo>
                    <a:pt x="1066005" y="2040330"/>
                  </a:lnTo>
                  <a:lnTo>
                    <a:pt x="1102764" y="2004426"/>
                  </a:lnTo>
                  <a:lnTo>
                    <a:pt x="1139523" y="1969535"/>
                  </a:lnTo>
                  <a:lnTo>
                    <a:pt x="1176281" y="1935385"/>
                  </a:lnTo>
                  <a:lnTo>
                    <a:pt x="1213040" y="1901706"/>
                  </a:lnTo>
                  <a:lnTo>
                    <a:pt x="1249799" y="1868227"/>
                  </a:lnTo>
                  <a:lnTo>
                    <a:pt x="1286558" y="1834679"/>
                  </a:lnTo>
                  <a:lnTo>
                    <a:pt x="1323317" y="1800791"/>
                  </a:lnTo>
                  <a:lnTo>
                    <a:pt x="1360075" y="1766292"/>
                  </a:lnTo>
                  <a:lnTo>
                    <a:pt x="1396834" y="1730912"/>
                  </a:lnTo>
                  <a:lnTo>
                    <a:pt x="1433593" y="1694380"/>
                  </a:lnTo>
                  <a:lnTo>
                    <a:pt x="1470352" y="1656426"/>
                  </a:lnTo>
                  <a:lnTo>
                    <a:pt x="1507111" y="1617120"/>
                  </a:lnTo>
                  <a:lnTo>
                    <a:pt x="1543869" y="1577117"/>
                  </a:lnTo>
                  <a:lnTo>
                    <a:pt x="1580628" y="1536516"/>
                  </a:lnTo>
                  <a:lnTo>
                    <a:pt x="1617387" y="1495393"/>
                  </a:lnTo>
                  <a:lnTo>
                    <a:pt x="1654146" y="1453822"/>
                  </a:lnTo>
                  <a:lnTo>
                    <a:pt x="1690905" y="1411880"/>
                  </a:lnTo>
                  <a:lnTo>
                    <a:pt x="1727663" y="1369640"/>
                  </a:lnTo>
                  <a:lnTo>
                    <a:pt x="1764422" y="1327179"/>
                  </a:lnTo>
                  <a:lnTo>
                    <a:pt x="1801181" y="1284572"/>
                  </a:lnTo>
                  <a:lnTo>
                    <a:pt x="1837940" y="1241894"/>
                  </a:lnTo>
                  <a:lnTo>
                    <a:pt x="1874699" y="1199220"/>
                  </a:lnTo>
                  <a:lnTo>
                    <a:pt x="1911458" y="1156626"/>
                  </a:lnTo>
                  <a:lnTo>
                    <a:pt x="1948216" y="1114187"/>
                  </a:lnTo>
                  <a:lnTo>
                    <a:pt x="1984975" y="1071977"/>
                  </a:lnTo>
                  <a:lnTo>
                    <a:pt x="2021734" y="1029955"/>
                  </a:lnTo>
                  <a:lnTo>
                    <a:pt x="2058493" y="987801"/>
                  </a:lnTo>
                  <a:lnTo>
                    <a:pt x="2095252" y="945505"/>
                  </a:lnTo>
                  <a:lnTo>
                    <a:pt x="2132010" y="903082"/>
                  </a:lnTo>
                  <a:lnTo>
                    <a:pt x="2168769" y="860547"/>
                  </a:lnTo>
                  <a:lnTo>
                    <a:pt x="2205528" y="817914"/>
                  </a:lnTo>
                  <a:lnTo>
                    <a:pt x="2242287" y="775198"/>
                  </a:lnTo>
                  <a:lnTo>
                    <a:pt x="2279046" y="732413"/>
                  </a:lnTo>
                  <a:lnTo>
                    <a:pt x="2315804" y="689575"/>
                  </a:lnTo>
                  <a:lnTo>
                    <a:pt x="2352563" y="646697"/>
                  </a:lnTo>
                  <a:lnTo>
                    <a:pt x="2389322" y="603795"/>
                  </a:lnTo>
                  <a:lnTo>
                    <a:pt x="2426081" y="560882"/>
                  </a:lnTo>
                  <a:lnTo>
                    <a:pt x="2462840" y="517975"/>
                  </a:lnTo>
                  <a:lnTo>
                    <a:pt x="2499598" y="475085"/>
                  </a:lnTo>
                  <a:lnTo>
                    <a:pt x="2536357" y="432158"/>
                  </a:lnTo>
                  <a:lnTo>
                    <a:pt x="2573116" y="389164"/>
                  </a:lnTo>
                  <a:lnTo>
                    <a:pt x="2609875" y="346108"/>
                  </a:lnTo>
                  <a:lnTo>
                    <a:pt x="2646634" y="302994"/>
                  </a:lnTo>
                  <a:lnTo>
                    <a:pt x="2683392" y="259828"/>
                  </a:lnTo>
                  <a:lnTo>
                    <a:pt x="2720151" y="216614"/>
                  </a:lnTo>
                  <a:lnTo>
                    <a:pt x="2756910" y="173357"/>
                  </a:lnTo>
                  <a:lnTo>
                    <a:pt x="2793669" y="130062"/>
                  </a:lnTo>
                  <a:lnTo>
                    <a:pt x="2830428" y="86734"/>
                  </a:lnTo>
                  <a:lnTo>
                    <a:pt x="2867187" y="43379"/>
                  </a:lnTo>
                  <a:lnTo>
                    <a:pt x="2903945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(N=365, events=144)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89365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09972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29153" y="53013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58775" y="51162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34837" y="48204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48396" y="405912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48666" y="36784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86252" y="28940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43959" y="234619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39602" y="215330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21375" y="2153891"/>
              <a:ext cx="2950237" cy="3393663"/>
            </a:xfrm>
            <a:custGeom>
              <a:avLst/>
              <a:pathLst>
                <a:path w="2950237" h="3393663">
                  <a:moveTo>
                    <a:pt x="0" y="3393663"/>
                  </a:moveTo>
                  <a:lnTo>
                    <a:pt x="37344" y="3372214"/>
                  </a:lnTo>
                  <a:lnTo>
                    <a:pt x="74689" y="3346916"/>
                  </a:lnTo>
                  <a:lnTo>
                    <a:pt x="112034" y="3317761"/>
                  </a:lnTo>
                  <a:lnTo>
                    <a:pt x="149379" y="3284744"/>
                  </a:lnTo>
                  <a:lnTo>
                    <a:pt x="186723" y="3247876"/>
                  </a:lnTo>
                  <a:lnTo>
                    <a:pt x="224068" y="3207172"/>
                  </a:lnTo>
                  <a:lnTo>
                    <a:pt x="261413" y="3162618"/>
                  </a:lnTo>
                  <a:lnTo>
                    <a:pt x="298758" y="3114116"/>
                  </a:lnTo>
                  <a:lnTo>
                    <a:pt x="336102" y="3061768"/>
                  </a:lnTo>
                  <a:lnTo>
                    <a:pt x="373447" y="3005691"/>
                  </a:lnTo>
                  <a:lnTo>
                    <a:pt x="410792" y="2945403"/>
                  </a:lnTo>
                  <a:lnTo>
                    <a:pt x="448137" y="2880843"/>
                  </a:lnTo>
                  <a:lnTo>
                    <a:pt x="485482" y="2812435"/>
                  </a:lnTo>
                  <a:lnTo>
                    <a:pt x="522826" y="2740600"/>
                  </a:lnTo>
                  <a:lnTo>
                    <a:pt x="560171" y="2665352"/>
                  </a:lnTo>
                  <a:lnTo>
                    <a:pt x="597516" y="2583919"/>
                  </a:lnTo>
                  <a:lnTo>
                    <a:pt x="634861" y="2497763"/>
                  </a:lnTo>
                  <a:lnTo>
                    <a:pt x="672205" y="2409446"/>
                  </a:lnTo>
                  <a:lnTo>
                    <a:pt x="709550" y="2321528"/>
                  </a:lnTo>
                  <a:lnTo>
                    <a:pt x="746895" y="2236569"/>
                  </a:lnTo>
                  <a:lnTo>
                    <a:pt x="784240" y="2157132"/>
                  </a:lnTo>
                  <a:lnTo>
                    <a:pt x="821585" y="2085775"/>
                  </a:lnTo>
                  <a:lnTo>
                    <a:pt x="858929" y="2025061"/>
                  </a:lnTo>
                  <a:lnTo>
                    <a:pt x="896274" y="1973273"/>
                  </a:lnTo>
                  <a:lnTo>
                    <a:pt x="933619" y="1926555"/>
                  </a:lnTo>
                  <a:lnTo>
                    <a:pt x="970964" y="1884322"/>
                  </a:lnTo>
                  <a:lnTo>
                    <a:pt x="1008308" y="1845991"/>
                  </a:lnTo>
                  <a:lnTo>
                    <a:pt x="1045653" y="1810975"/>
                  </a:lnTo>
                  <a:lnTo>
                    <a:pt x="1082998" y="1778691"/>
                  </a:lnTo>
                  <a:lnTo>
                    <a:pt x="1120343" y="1748552"/>
                  </a:lnTo>
                  <a:lnTo>
                    <a:pt x="1157688" y="1719976"/>
                  </a:lnTo>
                  <a:lnTo>
                    <a:pt x="1195032" y="1692376"/>
                  </a:lnTo>
                  <a:lnTo>
                    <a:pt x="1232377" y="1665168"/>
                  </a:lnTo>
                  <a:lnTo>
                    <a:pt x="1269722" y="1637768"/>
                  </a:lnTo>
                  <a:lnTo>
                    <a:pt x="1307067" y="1609590"/>
                  </a:lnTo>
                  <a:lnTo>
                    <a:pt x="1344411" y="1580049"/>
                  </a:lnTo>
                  <a:lnTo>
                    <a:pt x="1381756" y="1548562"/>
                  </a:lnTo>
                  <a:lnTo>
                    <a:pt x="1419101" y="1514542"/>
                  </a:lnTo>
                  <a:lnTo>
                    <a:pt x="1456446" y="1477405"/>
                  </a:lnTo>
                  <a:lnTo>
                    <a:pt x="1493791" y="1438249"/>
                  </a:lnTo>
                  <a:lnTo>
                    <a:pt x="1531135" y="1399106"/>
                  </a:lnTo>
                  <a:lnTo>
                    <a:pt x="1568480" y="1359997"/>
                  </a:lnTo>
                  <a:lnTo>
                    <a:pt x="1605825" y="1320932"/>
                  </a:lnTo>
                  <a:lnTo>
                    <a:pt x="1643170" y="1281923"/>
                  </a:lnTo>
                  <a:lnTo>
                    <a:pt x="1680514" y="1242979"/>
                  </a:lnTo>
                  <a:lnTo>
                    <a:pt x="1717859" y="1204111"/>
                  </a:lnTo>
                  <a:lnTo>
                    <a:pt x="1755204" y="1165329"/>
                  </a:lnTo>
                  <a:lnTo>
                    <a:pt x="1792549" y="1126644"/>
                  </a:lnTo>
                  <a:lnTo>
                    <a:pt x="1829894" y="1088066"/>
                  </a:lnTo>
                  <a:lnTo>
                    <a:pt x="1867238" y="1049605"/>
                  </a:lnTo>
                  <a:lnTo>
                    <a:pt x="1904583" y="1011271"/>
                  </a:lnTo>
                  <a:lnTo>
                    <a:pt x="1941928" y="973076"/>
                  </a:lnTo>
                  <a:lnTo>
                    <a:pt x="1979273" y="935029"/>
                  </a:lnTo>
                  <a:lnTo>
                    <a:pt x="2016617" y="897141"/>
                  </a:lnTo>
                  <a:lnTo>
                    <a:pt x="2053962" y="859423"/>
                  </a:lnTo>
                  <a:lnTo>
                    <a:pt x="2091307" y="821883"/>
                  </a:lnTo>
                  <a:lnTo>
                    <a:pt x="2128652" y="784404"/>
                  </a:lnTo>
                  <a:lnTo>
                    <a:pt x="2165996" y="746789"/>
                  </a:lnTo>
                  <a:lnTo>
                    <a:pt x="2203341" y="709085"/>
                  </a:lnTo>
                  <a:lnTo>
                    <a:pt x="2240686" y="671341"/>
                  </a:lnTo>
                  <a:lnTo>
                    <a:pt x="2278031" y="633607"/>
                  </a:lnTo>
                  <a:lnTo>
                    <a:pt x="2315376" y="595932"/>
                  </a:lnTo>
                  <a:lnTo>
                    <a:pt x="2352720" y="558365"/>
                  </a:lnTo>
                  <a:lnTo>
                    <a:pt x="2390065" y="520956"/>
                  </a:lnTo>
                  <a:lnTo>
                    <a:pt x="2427410" y="483755"/>
                  </a:lnTo>
                  <a:lnTo>
                    <a:pt x="2464755" y="446811"/>
                  </a:lnTo>
                  <a:lnTo>
                    <a:pt x="2502099" y="410173"/>
                  </a:lnTo>
                  <a:lnTo>
                    <a:pt x="2539444" y="373891"/>
                  </a:lnTo>
                  <a:lnTo>
                    <a:pt x="2576789" y="338015"/>
                  </a:lnTo>
                  <a:lnTo>
                    <a:pt x="2614134" y="302593"/>
                  </a:lnTo>
                  <a:lnTo>
                    <a:pt x="2651479" y="267675"/>
                  </a:lnTo>
                  <a:lnTo>
                    <a:pt x="2688823" y="233198"/>
                  </a:lnTo>
                  <a:lnTo>
                    <a:pt x="2726168" y="199020"/>
                  </a:lnTo>
                  <a:lnTo>
                    <a:pt x="2763513" y="165137"/>
                  </a:lnTo>
                  <a:lnTo>
                    <a:pt x="2800858" y="131544"/>
                  </a:lnTo>
                  <a:lnTo>
                    <a:pt x="2838202" y="98238"/>
                  </a:lnTo>
                  <a:lnTo>
                    <a:pt x="2875547" y="65215"/>
                  </a:lnTo>
                  <a:lnTo>
                    <a:pt x="2912892" y="32470"/>
                  </a:lnTo>
                  <a:lnTo>
                    <a:pt x="295023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2025-10-13T15:18:44Z</dcterms:modified>
  <cp:category/>
</cp:coreProperties>
</file>