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35364" y="53555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39953" y="54304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439717" y="53171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580605" y="52057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81595" y="485007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34827" y="439481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7840" y="37455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504895" y="27948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52975" y="219175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56452" y="20794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267374" y="2056162"/>
              <a:ext cx="3121088" cy="3394602"/>
            </a:xfrm>
            <a:custGeom>
              <a:avLst/>
              <a:pathLst>
                <a:path w="3121088" h="3394602">
                  <a:moveTo>
                    <a:pt x="0" y="3394602"/>
                  </a:moveTo>
                  <a:lnTo>
                    <a:pt x="39507" y="3376712"/>
                  </a:lnTo>
                  <a:lnTo>
                    <a:pt x="79014" y="3356119"/>
                  </a:lnTo>
                  <a:lnTo>
                    <a:pt x="118522" y="3332556"/>
                  </a:lnTo>
                  <a:lnTo>
                    <a:pt x="158029" y="3306030"/>
                  </a:lnTo>
                  <a:lnTo>
                    <a:pt x="197537" y="3276837"/>
                  </a:lnTo>
                  <a:lnTo>
                    <a:pt x="237044" y="3244945"/>
                  </a:lnTo>
                  <a:lnTo>
                    <a:pt x="276552" y="3210079"/>
                  </a:lnTo>
                  <a:lnTo>
                    <a:pt x="316059" y="3172636"/>
                  </a:lnTo>
                  <a:lnTo>
                    <a:pt x="355567" y="3132942"/>
                  </a:lnTo>
                  <a:lnTo>
                    <a:pt x="395074" y="3089783"/>
                  </a:lnTo>
                  <a:lnTo>
                    <a:pt x="434581" y="3043232"/>
                  </a:lnTo>
                  <a:lnTo>
                    <a:pt x="474089" y="2994080"/>
                  </a:lnTo>
                  <a:lnTo>
                    <a:pt x="513596" y="2943114"/>
                  </a:lnTo>
                  <a:lnTo>
                    <a:pt x="553104" y="2891049"/>
                  </a:lnTo>
                  <a:lnTo>
                    <a:pt x="592611" y="2835538"/>
                  </a:lnTo>
                  <a:lnTo>
                    <a:pt x="632119" y="2776124"/>
                  </a:lnTo>
                  <a:lnTo>
                    <a:pt x="671626" y="2714137"/>
                  </a:lnTo>
                  <a:lnTo>
                    <a:pt x="711134" y="2650904"/>
                  </a:lnTo>
                  <a:lnTo>
                    <a:pt x="750641" y="2587756"/>
                  </a:lnTo>
                  <a:lnTo>
                    <a:pt x="790149" y="2526021"/>
                  </a:lnTo>
                  <a:lnTo>
                    <a:pt x="829656" y="2467029"/>
                  </a:lnTo>
                  <a:lnTo>
                    <a:pt x="869163" y="2412110"/>
                  </a:lnTo>
                  <a:lnTo>
                    <a:pt x="908671" y="2362468"/>
                  </a:lnTo>
                  <a:lnTo>
                    <a:pt x="948178" y="2315964"/>
                  </a:lnTo>
                  <a:lnTo>
                    <a:pt x="987686" y="2271177"/>
                  </a:lnTo>
                  <a:lnTo>
                    <a:pt x="1027193" y="2227867"/>
                  </a:lnTo>
                  <a:lnTo>
                    <a:pt x="1066701" y="2185790"/>
                  </a:lnTo>
                  <a:lnTo>
                    <a:pt x="1106208" y="2144704"/>
                  </a:lnTo>
                  <a:lnTo>
                    <a:pt x="1145716" y="2104368"/>
                  </a:lnTo>
                  <a:lnTo>
                    <a:pt x="1185223" y="2064538"/>
                  </a:lnTo>
                  <a:lnTo>
                    <a:pt x="1224730" y="2024973"/>
                  </a:lnTo>
                  <a:lnTo>
                    <a:pt x="1264238" y="1985431"/>
                  </a:lnTo>
                  <a:lnTo>
                    <a:pt x="1303745" y="1945668"/>
                  </a:lnTo>
                  <a:lnTo>
                    <a:pt x="1343253" y="1905444"/>
                  </a:lnTo>
                  <a:lnTo>
                    <a:pt x="1382760" y="1864516"/>
                  </a:lnTo>
                  <a:lnTo>
                    <a:pt x="1422268" y="1822641"/>
                  </a:lnTo>
                  <a:lnTo>
                    <a:pt x="1461775" y="1779578"/>
                  </a:lnTo>
                  <a:lnTo>
                    <a:pt x="1501283" y="1735084"/>
                  </a:lnTo>
                  <a:lnTo>
                    <a:pt x="1540790" y="1688934"/>
                  </a:lnTo>
                  <a:lnTo>
                    <a:pt x="1580298" y="1641517"/>
                  </a:lnTo>
                  <a:lnTo>
                    <a:pt x="1619805" y="1593186"/>
                  </a:lnTo>
                  <a:lnTo>
                    <a:pt x="1659312" y="1544085"/>
                  </a:lnTo>
                  <a:lnTo>
                    <a:pt x="1698820" y="1494359"/>
                  </a:lnTo>
                  <a:lnTo>
                    <a:pt x="1738327" y="1444152"/>
                  </a:lnTo>
                  <a:lnTo>
                    <a:pt x="1777835" y="1393607"/>
                  </a:lnTo>
                  <a:lnTo>
                    <a:pt x="1817342" y="1342870"/>
                  </a:lnTo>
                  <a:lnTo>
                    <a:pt x="1856850" y="1292083"/>
                  </a:lnTo>
                  <a:lnTo>
                    <a:pt x="1896357" y="1241393"/>
                  </a:lnTo>
                  <a:lnTo>
                    <a:pt x="1935865" y="1190941"/>
                  </a:lnTo>
                  <a:lnTo>
                    <a:pt x="1975372" y="1140874"/>
                  </a:lnTo>
                  <a:lnTo>
                    <a:pt x="2014879" y="1091334"/>
                  </a:lnTo>
                  <a:lnTo>
                    <a:pt x="2054387" y="1042466"/>
                  </a:lnTo>
                  <a:lnTo>
                    <a:pt x="2093894" y="994415"/>
                  </a:lnTo>
                  <a:lnTo>
                    <a:pt x="2133402" y="947324"/>
                  </a:lnTo>
                  <a:lnTo>
                    <a:pt x="2172909" y="901337"/>
                  </a:lnTo>
                  <a:lnTo>
                    <a:pt x="2212417" y="856599"/>
                  </a:lnTo>
                  <a:lnTo>
                    <a:pt x="2251924" y="813254"/>
                  </a:lnTo>
                  <a:lnTo>
                    <a:pt x="2291432" y="771211"/>
                  </a:lnTo>
                  <a:lnTo>
                    <a:pt x="2330939" y="729439"/>
                  </a:lnTo>
                  <a:lnTo>
                    <a:pt x="2370447" y="687850"/>
                  </a:lnTo>
                  <a:lnTo>
                    <a:pt x="2409954" y="646506"/>
                  </a:lnTo>
                  <a:lnTo>
                    <a:pt x="2449461" y="605467"/>
                  </a:lnTo>
                  <a:lnTo>
                    <a:pt x="2488969" y="564794"/>
                  </a:lnTo>
                  <a:lnTo>
                    <a:pt x="2528476" y="524550"/>
                  </a:lnTo>
                  <a:lnTo>
                    <a:pt x="2567984" y="484794"/>
                  </a:lnTo>
                  <a:lnTo>
                    <a:pt x="2607491" y="445589"/>
                  </a:lnTo>
                  <a:lnTo>
                    <a:pt x="2646999" y="406994"/>
                  </a:lnTo>
                  <a:lnTo>
                    <a:pt x="2686506" y="369072"/>
                  </a:lnTo>
                  <a:lnTo>
                    <a:pt x="2726014" y="331883"/>
                  </a:lnTo>
                  <a:lnTo>
                    <a:pt x="2765521" y="295488"/>
                  </a:lnTo>
                  <a:lnTo>
                    <a:pt x="2805029" y="259949"/>
                  </a:lnTo>
                  <a:lnTo>
                    <a:pt x="2844536" y="225257"/>
                  </a:lnTo>
                  <a:lnTo>
                    <a:pt x="2884043" y="191221"/>
                  </a:lnTo>
                  <a:lnTo>
                    <a:pt x="2923551" y="157819"/>
                  </a:lnTo>
                  <a:lnTo>
                    <a:pt x="2963058" y="125042"/>
                  </a:lnTo>
                  <a:lnTo>
                    <a:pt x="3002566" y="92880"/>
                  </a:lnTo>
                  <a:lnTo>
                    <a:pt x="3042073" y="61325"/>
                  </a:lnTo>
                  <a:lnTo>
                    <a:pt x="3081581" y="30368"/>
                  </a:lnTo>
                  <a:lnTo>
                    <a:pt x="312108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2025-10-13T16:05:33Z</dcterms:modified>
  <cp:category/>
</cp:coreProperties>
</file>