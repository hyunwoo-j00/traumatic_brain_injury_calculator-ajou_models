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3840" y="53987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3354" y="5310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00919" y="46081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809211" y="46959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60456" y="46959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43308" y="39932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37294" y="31148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98286" y="39054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62291" y="31148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47635" y="23242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5851" y="2379073"/>
              <a:ext cx="2863794" cy="3054348"/>
            </a:xfrm>
            <a:custGeom>
              <a:avLst/>
              <a:pathLst>
                <a:path w="2863794" h="3054348">
                  <a:moveTo>
                    <a:pt x="0" y="3054348"/>
                  </a:moveTo>
                  <a:lnTo>
                    <a:pt x="36250" y="2990804"/>
                  </a:lnTo>
                  <a:lnTo>
                    <a:pt x="72501" y="2929188"/>
                  </a:lnTo>
                  <a:lnTo>
                    <a:pt x="108751" y="2869784"/>
                  </a:lnTo>
                  <a:lnTo>
                    <a:pt x="145002" y="2812876"/>
                  </a:lnTo>
                  <a:lnTo>
                    <a:pt x="181252" y="2758952"/>
                  </a:lnTo>
                  <a:lnTo>
                    <a:pt x="217503" y="2708515"/>
                  </a:lnTo>
                  <a:lnTo>
                    <a:pt x="253753" y="2660546"/>
                  </a:lnTo>
                  <a:lnTo>
                    <a:pt x="290004" y="2613892"/>
                  </a:lnTo>
                  <a:lnTo>
                    <a:pt x="326255" y="2567566"/>
                  </a:lnTo>
                  <a:lnTo>
                    <a:pt x="362505" y="2523930"/>
                  </a:lnTo>
                  <a:lnTo>
                    <a:pt x="398756" y="2483297"/>
                  </a:lnTo>
                  <a:lnTo>
                    <a:pt x="435006" y="2444574"/>
                  </a:lnTo>
                  <a:lnTo>
                    <a:pt x="471257" y="2406665"/>
                  </a:lnTo>
                  <a:lnTo>
                    <a:pt x="507507" y="2368475"/>
                  </a:lnTo>
                  <a:lnTo>
                    <a:pt x="543758" y="2331304"/>
                  </a:lnTo>
                  <a:lnTo>
                    <a:pt x="580009" y="2306435"/>
                  </a:lnTo>
                  <a:lnTo>
                    <a:pt x="616259" y="2291027"/>
                  </a:lnTo>
                  <a:lnTo>
                    <a:pt x="652510" y="2279808"/>
                  </a:lnTo>
                  <a:lnTo>
                    <a:pt x="688760" y="2267508"/>
                  </a:lnTo>
                  <a:lnTo>
                    <a:pt x="725011" y="2248856"/>
                  </a:lnTo>
                  <a:lnTo>
                    <a:pt x="761261" y="2218582"/>
                  </a:lnTo>
                  <a:lnTo>
                    <a:pt x="797512" y="2174325"/>
                  </a:lnTo>
                  <a:lnTo>
                    <a:pt x="833763" y="2125954"/>
                  </a:lnTo>
                  <a:lnTo>
                    <a:pt x="870013" y="2074686"/>
                  </a:lnTo>
                  <a:lnTo>
                    <a:pt x="906264" y="2020319"/>
                  </a:lnTo>
                  <a:lnTo>
                    <a:pt x="942514" y="1962650"/>
                  </a:lnTo>
                  <a:lnTo>
                    <a:pt x="978765" y="1901477"/>
                  </a:lnTo>
                  <a:lnTo>
                    <a:pt x="1015015" y="1836597"/>
                  </a:lnTo>
                  <a:lnTo>
                    <a:pt x="1051266" y="1767809"/>
                  </a:lnTo>
                  <a:lnTo>
                    <a:pt x="1087517" y="1695693"/>
                  </a:lnTo>
                  <a:lnTo>
                    <a:pt x="1123767" y="1622567"/>
                  </a:lnTo>
                  <a:lnTo>
                    <a:pt x="1160018" y="1549705"/>
                  </a:lnTo>
                  <a:lnTo>
                    <a:pt x="1196268" y="1478328"/>
                  </a:lnTo>
                  <a:lnTo>
                    <a:pt x="1232519" y="1409659"/>
                  </a:lnTo>
                  <a:lnTo>
                    <a:pt x="1268769" y="1344919"/>
                  </a:lnTo>
                  <a:lnTo>
                    <a:pt x="1305020" y="1285328"/>
                  </a:lnTo>
                  <a:lnTo>
                    <a:pt x="1341270" y="1232108"/>
                  </a:lnTo>
                  <a:lnTo>
                    <a:pt x="1377521" y="1186480"/>
                  </a:lnTo>
                  <a:lnTo>
                    <a:pt x="1413772" y="1149666"/>
                  </a:lnTo>
                  <a:lnTo>
                    <a:pt x="1450022" y="1122887"/>
                  </a:lnTo>
                  <a:lnTo>
                    <a:pt x="1486273" y="1106711"/>
                  </a:lnTo>
                  <a:lnTo>
                    <a:pt x="1522523" y="1099649"/>
                  </a:lnTo>
                  <a:lnTo>
                    <a:pt x="1558774" y="1099982"/>
                  </a:lnTo>
                  <a:lnTo>
                    <a:pt x="1595024" y="1105995"/>
                  </a:lnTo>
                  <a:lnTo>
                    <a:pt x="1631275" y="1115969"/>
                  </a:lnTo>
                  <a:lnTo>
                    <a:pt x="1667526" y="1128190"/>
                  </a:lnTo>
                  <a:lnTo>
                    <a:pt x="1703776" y="1140940"/>
                  </a:lnTo>
                  <a:lnTo>
                    <a:pt x="1740027" y="1152503"/>
                  </a:lnTo>
                  <a:lnTo>
                    <a:pt x="1776277" y="1161164"/>
                  </a:lnTo>
                  <a:lnTo>
                    <a:pt x="1812528" y="1165205"/>
                  </a:lnTo>
                  <a:lnTo>
                    <a:pt x="1848778" y="1162910"/>
                  </a:lnTo>
                  <a:lnTo>
                    <a:pt x="1885029" y="1152564"/>
                  </a:lnTo>
                  <a:lnTo>
                    <a:pt x="1921280" y="1132669"/>
                  </a:lnTo>
                  <a:lnTo>
                    <a:pt x="1957530" y="1109902"/>
                  </a:lnTo>
                  <a:lnTo>
                    <a:pt x="1993781" y="1087765"/>
                  </a:lnTo>
                  <a:lnTo>
                    <a:pt x="2030031" y="1065818"/>
                  </a:lnTo>
                  <a:lnTo>
                    <a:pt x="2066282" y="1043619"/>
                  </a:lnTo>
                  <a:lnTo>
                    <a:pt x="2102532" y="1020730"/>
                  </a:lnTo>
                  <a:lnTo>
                    <a:pt x="2138783" y="996710"/>
                  </a:lnTo>
                  <a:lnTo>
                    <a:pt x="2175034" y="971119"/>
                  </a:lnTo>
                  <a:lnTo>
                    <a:pt x="2211284" y="943518"/>
                  </a:lnTo>
                  <a:lnTo>
                    <a:pt x="2247535" y="913465"/>
                  </a:lnTo>
                  <a:lnTo>
                    <a:pt x="2283785" y="880522"/>
                  </a:lnTo>
                  <a:lnTo>
                    <a:pt x="2320036" y="844248"/>
                  </a:lnTo>
                  <a:lnTo>
                    <a:pt x="2356286" y="804203"/>
                  </a:lnTo>
                  <a:lnTo>
                    <a:pt x="2392537" y="760157"/>
                  </a:lnTo>
                  <a:lnTo>
                    <a:pt x="2428788" y="713848"/>
                  </a:lnTo>
                  <a:lnTo>
                    <a:pt x="2465038" y="665716"/>
                  </a:lnTo>
                  <a:lnTo>
                    <a:pt x="2501289" y="615706"/>
                  </a:lnTo>
                  <a:lnTo>
                    <a:pt x="2537539" y="563762"/>
                  </a:lnTo>
                  <a:lnTo>
                    <a:pt x="2573790" y="509827"/>
                  </a:lnTo>
                  <a:lnTo>
                    <a:pt x="2610040" y="453847"/>
                  </a:lnTo>
                  <a:lnTo>
                    <a:pt x="2646291" y="395765"/>
                  </a:lnTo>
                  <a:lnTo>
                    <a:pt x="2682541" y="335524"/>
                  </a:lnTo>
                  <a:lnTo>
                    <a:pt x="2718792" y="273070"/>
                  </a:lnTo>
                  <a:lnTo>
                    <a:pt x="2755043" y="208347"/>
                  </a:lnTo>
                  <a:lnTo>
                    <a:pt x="2791293" y="141298"/>
                  </a:lnTo>
                  <a:lnTo>
                    <a:pt x="2827544" y="71867"/>
                  </a:lnTo>
                  <a:lnTo>
                    <a:pt x="286379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2025-10-13T16:21:18Z</dcterms:modified>
  <cp:category/>
</cp:coreProperties>
</file>