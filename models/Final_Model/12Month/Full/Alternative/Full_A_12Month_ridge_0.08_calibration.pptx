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(N=1827, events=720)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34664" y="539296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44587" y="539296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448666" y="52418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01957" y="51683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18234" y="485007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14554" y="44136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77954" y="38391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41377" y="279482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82061" y="219175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30306" y="207942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266674" y="2048905"/>
              <a:ext cx="3095642" cy="3407800"/>
            </a:xfrm>
            <a:custGeom>
              <a:avLst/>
              <a:pathLst>
                <a:path w="3095642" h="3407800">
                  <a:moveTo>
                    <a:pt x="0" y="3407800"/>
                  </a:moveTo>
                  <a:lnTo>
                    <a:pt x="39185" y="3381151"/>
                  </a:lnTo>
                  <a:lnTo>
                    <a:pt x="78370" y="3353260"/>
                  </a:lnTo>
                  <a:lnTo>
                    <a:pt x="117556" y="3323985"/>
                  </a:lnTo>
                  <a:lnTo>
                    <a:pt x="156741" y="3293299"/>
                  </a:lnTo>
                  <a:lnTo>
                    <a:pt x="195926" y="3261340"/>
                  </a:lnTo>
                  <a:lnTo>
                    <a:pt x="235112" y="3228175"/>
                  </a:lnTo>
                  <a:lnTo>
                    <a:pt x="274297" y="3193570"/>
                  </a:lnTo>
                  <a:lnTo>
                    <a:pt x="313482" y="3157676"/>
                  </a:lnTo>
                  <a:lnTo>
                    <a:pt x="352668" y="3120706"/>
                  </a:lnTo>
                  <a:lnTo>
                    <a:pt x="391853" y="3082618"/>
                  </a:lnTo>
                  <a:lnTo>
                    <a:pt x="431038" y="3042750"/>
                  </a:lnTo>
                  <a:lnTo>
                    <a:pt x="470224" y="3001375"/>
                  </a:lnTo>
                  <a:lnTo>
                    <a:pt x="509409" y="2958860"/>
                  </a:lnTo>
                  <a:lnTo>
                    <a:pt x="548594" y="2915574"/>
                  </a:lnTo>
                  <a:lnTo>
                    <a:pt x="587780" y="2871870"/>
                  </a:lnTo>
                  <a:lnTo>
                    <a:pt x="626965" y="2826787"/>
                  </a:lnTo>
                  <a:lnTo>
                    <a:pt x="666150" y="2779891"/>
                  </a:lnTo>
                  <a:lnTo>
                    <a:pt x="705336" y="2731674"/>
                  </a:lnTo>
                  <a:lnTo>
                    <a:pt x="744521" y="2682625"/>
                  </a:lnTo>
                  <a:lnTo>
                    <a:pt x="783707" y="2633232"/>
                  </a:lnTo>
                  <a:lnTo>
                    <a:pt x="822892" y="2583987"/>
                  </a:lnTo>
                  <a:lnTo>
                    <a:pt x="862077" y="2535378"/>
                  </a:lnTo>
                  <a:lnTo>
                    <a:pt x="901263" y="2487895"/>
                  </a:lnTo>
                  <a:lnTo>
                    <a:pt x="940448" y="2442028"/>
                  </a:lnTo>
                  <a:lnTo>
                    <a:pt x="979633" y="2398266"/>
                  </a:lnTo>
                  <a:lnTo>
                    <a:pt x="1018819" y="2356240"/>
                  </a:lnTo>
                  <a:lnTo>
                    <a:pt x="1058004" y="2315075"/>
                  </a:lnTo>
                  <a:lnTo>
                    <a:pt x="1097189" y="2274535"/>
                  </a:lnTo>
                  <a:lnTo>
                    <a:pt x="1136375" y="2234386"/>
                  </a:lnTo>
                  <a:lnTo>
                    <a:pt x="1175560" y="2194391"/>
                  </a:lnTo>
                  <a:lnTo>
                    <a:pt x="1214745" y="2154317"/>
                  </a:lnTo>
                  <a:lnTo>
                    <a:pt x="1253931" y="2113926"/>
                  </a:lnTo>
                  <a:lnTo>
                    <a:pt x="1293116" y="2072984"/>
                  </a:lnTo>
                  <a:lnTo>
                    <a:pt x="1332301" y="2031256"/>
                  </a:lnTo>
                  <a:lnTo>
                    <a:pt x="1371487" y="1988506"/>
                  </a:lnTo>
                  <a:lnTo>
                    <a:pt x="1410672" y="1944499"/>
                  </a:lnTo>
                  <a:lnTo>
                    <a:pt x="1449857" y="1898999"/>
                  </a:lnTo>
                  <a:lnTo>
                    <a:pt x="1489043" y="1851770"/>
                  </a:lnTo>
                  <a:lnTo>
                    <a:pt x="1528228" y="1802579"/>
                  </a:lnTo>
                  <a:lnTo>
                    <a:pt x="1567414" y="1751192"/>
                  </a:lnTo>
                  <a:lnTo>
                    <a:pt x="1606599" y="1697629"/>
                  </a:lnTo>
                  <a:lnTo>
                    <a:pt x="1645784" y="1642203"/>
                  </a:lnTo>
                  <a:lnTo>
                    <a:pt x="1684970" y="1585240"/>
                  </a:lnTo>
                  <a:lnTo>
                    <a:pt x="1724155" y="1527064"/>
                  </a:lnTo>
                  <a:lnTo>
                    <a:pt x="1763340" y="1467999"/>
                  </a:lnTo>
                  <a:lnTo>
                    <a:pt x="1802526" y="1408372"/>
                  </a:lnTo>
                  <a:lnTo>
                    <a:pt x="1841711" y="1348508"/>
                  </a:lnTo>
                  <a:lnTo>
                    <a:pt x="1880896" y="1288730"/>
                  </a:lnTo>
                  <a:lnTo>
                    <a:pt x="1920082" y="1229365"/>
                  </a:lnTo>
                  <a:lnTo>
                    <a:pt x="1959267" y="1170737"/>
                  </a:lnTo>
                  <a:lnTo>
                    <a:pt x="1998452" y="1113171"/>
                  </a:lnTo>
                  <a:lnTo>
                    <a:pt x="2037638" y="1056992"/>
                  </a:lnTo>
                  <a:lnTo>
                    <a:pt x="2076823" y="1002526"/>
                  </a:lnTo>
                  <a:lnTo>
                    <a:pt x="2116008" y="950097"/>
                  </a:lnTo>
                  <a:lnTo>
                    <a:pt x="2155194" y="900031"/>
                  </a:lnTo>
                  <a:lnTo>
                    <a:pt x="2194379" y="852652"/>
                  </a:lnTo>
                  <a:lnTo>
                    <a:pt x="2233565" y="807553"/>
                  </a:lnTo>
                  <a:lnTo>
                    <a:pt x="2272750" y="762725"/>
                  </a:lnTo>
                  <a:lnTo>
                    <a:pt x="2311935" y="718122"/>
                  </a:lnTo>
                  <a:lnTo>
                    <a:pt x="2351121" y="673848"/>
                  </a:lnTo>
                  <a:lnTo>
                    <a:pt x="2390306" y="630007"/>
                  </a:lnTo>
                  <a:lnTo>
                    <a:pt x="2429491" y="586705"/>
                  </a:lnTo>
                  <a:lnTo>
                    <a:pt x="2468677" y="544046"/>
                  </a:lnTo>
                  <a:lnTo>
                    <a:pt x="2507862" y="502134"/>
                  </a:lnTo>
                  <a:lnTo>
                    <a:pt x="2547047" y="461074"/>
                  </a:lnTo>
                  <a:lnTo>
                    <a:pt x="2586233" y="420970"/>
                  </a:lnTo>
                  <a:lnTo>
                    <a:pt x="2625418" y="381928"/>
                  </a:lnTo>
                  <a:lnTo>
                    <a:pt x="2664603" y="344051"/>
                  </a:lnTo>
                  <a:lnTo>
                    <a:pt x="2703789" y="307445"/>
                  </a:lnTo>
                  <a:lnTo>
                    <a:pt x="2742974" y="272214"/>
                  </a:lnTo>
                  <a:lnTo>
                    <a:pt x="2782159" y="238230"/>
                  </a:lnTo>
                  <a:lnTo>
                    <a:pt x="2821345" y="205183"/>
                  </a:lnTo>
                  <a:lnTo>
                    <a:pt x="2860530" y="173070"/>
                  </a:lnTo>
                  <a:lnTo>
                    <a:pt x="2899715" y="141890"/>
                  </a:lnTo>
                  <a:lnTo>
                    <a:pt x="2938901" y="111644"/>
                  </a:lnTo>
                  <a:lnTo>
                    <a:pt x="2978086" y="82332"/>
                  </a:lnTo>
                  <a:lnTo>
                    <a:pt x="3017272" y="53953"/>
                  </a:lnTo>
                  <a:lnTo>
                    <a:pt x="3056457" y="26509"/>
                  </a:lnTo>
                  <a:lnTo>
                    <a:pt x="309564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2025-10-13T16:06:53Z</dcterms:modified>
  <cp:category/>
</cp:coreProperties>
</file>