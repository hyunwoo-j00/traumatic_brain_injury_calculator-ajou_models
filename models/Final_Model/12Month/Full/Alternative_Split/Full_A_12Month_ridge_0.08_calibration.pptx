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31719" y="539334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48971" y="53692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54365" y="52284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18244" y="515806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47669" y="48530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42799" y="43837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6888" y="38909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04995" y="283504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50209" y="21780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20758" y="20840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63729" y="2043298"/>
              <a:ext cx="3089039" cy="3398174"/>
            </a:xfrm>
            <a:custGeom>
              <a:avLst/>
              <a:pathLst>
                <a:path w="3089039" h="3398174">
                  <a:moveTo>
                    <a:pt x="0" y="3398174"/>
                  </a:moveTo>
                  <a:lnTo>
                    <a:pt x="39101" y="3375201"/>
                  </a:lnTo>
                  <a:lnTo>
                    <a:pt x="78203" y="3350833"/>
                  </a:lnTo>
                  <a:lnTo>
                    <a:pt x="117305" y="3324991"/>
                  </a:lnTo>
                  <a:lnTo>
                    <a:pt x="156407" y="3297637"/>
                  </a:lnTo>
                  <a:lnTo>
                    <a:pt x="195508" y="3268844"/>
                  </a:lnTo>
                  <a:lnTo>
                    <a:pt x="234610" y="3238684"/>
                  </a:lnTo>
                  <a:lnTo>
                    <a:pt x="273712" y="3207004"/>
                  </a:lnTo>
                  <a:lnTo>
                    <a:pt x="312814" y="3173846"/>
                  </a:lnTo>
                  <a:lnTo>
                    <a:pt x="351915" y="3139341"/>
                  </a:lnTo>
                  <a:lnTo>
                    <a:pt x="391017" y="3103618"/>
                  </a:lnTo>
                  <a:lnTo>
                    <a:pt x="430119" y="3066358"/>
                  </a:lnTo>
                  <a:lnTo>
                    <a:pt x="469221" y="3027445"/>
                  </a:lnTo>
                  <a:lnTo>
                    <a:pt x="508322" y="2987073"/>
                  </a:lnTo>
                  <a:lnTo>
                    <a:pt x="547424" y="2945434"/>
                  </a:lnTo>
                  <a:lnTo>
                    <a:pt x="586526" y="2902722"/>
                  </a:lnTo>
                  <a:lnTo>
                    <a:pt x="625628" y="2859071"/>
                  </a:lnTo>
                  <a:lnTo>
                    <a:pt x="664729" y="2813488"/>
                  </a:lnTo>
                  <a:lnTo>
                    <a:pt x="703831" y="2765975"/>
                  </a:lnTo>
                  <a:lnTo>
                    <a:pt x="742933" y="2717099"/>
                  </a:lnTo>
                  <a:lnTo>
                    <a:pt x="782035" y="2667430"/>
                  </a:lnTo>
                  <a:lnTo>
                    <a:pt x="821136" y="2617534"/>
                  </a:lnTo>
                  <a:lnTo>
                    <a:pt x="860238" y="2567980"/>
                  </a:lnTo>
                  <a:lnTo>
                    <a:pt x="899340" y="2519336"/>
                  </a:lnTo>
                  <a:lnTo>
                    <a:pt x="938442" y="2472170"/>
                  </a:lnTo>
                  <a:lnTo>
                    <a:pt x="977543" y="2427050"/>
                  </a:lnTo>
                  <a:lnTo>
                    <a:pt x="1016645" y="2384523"/>
                  </a:lnTo>
                  <a:lnTo>
                    <a:pt x="1055747" y="2343703"/>
                  </a:lnTo>
                  <a:lnTo>
                    <a:pt x="1094849" y="2303662"/>
                  </a:lnTo>
                  <a:lnTo>
                    <a:pt x="1133951" y="2264124"/>
                  </a:lnTo>
                  <a:lnTo>
                    <a:pt x="1173052" y="2224809"/>
                  </a:lnTo>
                  <a:lnTo>
                    <a:pt x="1212154" y="2185439"/>
                  </a:lnTo>
                  <a:lnTo>
                    <a:pt x="1251256" y="2145736"/>
                  </a:lnTo>
                  <a:lnTo>
                    <a:pt x="1290358" y="2105421"/>
                  </a:lnTo>
                  <a:lnTo>
                    <a:pt x="1329459" y="2064216"/>
                  </a:lnTo>
                  <a:lnTo>
                    <a:pt x="1368561" y="2021843"/>
                  </a:lnTo>
                  <a:lnTo>
                    <a:pt x="1407663" y="1978023"/>
                  </a:lnTo>
                  <a:lnTo>
                    <a:pt x="1446765" y="1932478"/>
                  </a:lnTo>
                  <a:lnTo>
                    <a:pt x="1485866" y="1884930"/>
                  </a:lnTo>
                  <a:lnTo>
                    <a:pt x="1524968" y="1835099"/>
                  </a:lnTo>
                  <a:lnTo>
                    <a:pt x="1564070" y="1782704"/>
                  </a:lnTo>
                  <a:lnTo>
                    <a:pt x="1603172" y="1727787"/>
                  </a:lnTo>
                  <a:lnTo>
                    <a:pt x="1642273" y="1670727"/>
                  </a:lnTo>
                  <a:lnTo>
                    <a:pt x="1681375" y="1611906"/>
                  </a:lnTo>
                  <a:lnTo>
                    <a:pt x="1720477" y="1551711"/>
                  </a:lnTo>
                  <a:lnTo>
                    <a:pt x="1759579" y="1490526"/>
                  </a:lnTo>
                  <a:lnTo>
                    <a:pt x="1798680" y="1428735"/>
                  </a:lnTo>
                  <a:lnTo>
                    <a:pt x="1837782" y="1366724"/>
                  </a:lnTo>
                  <a:lnTo>
                    <a:pt x="1876884" y="1304876"/>
                  </a:lnTo>
                  <a:lnTo>
                    <a:pt x="1915986" y="1243577"/>
                  </a:lnTo>
                  <a:lnTo>
                    <a:pt x="1955087" y="1183211"/>
                  </a:lnTo>
                  <a:lnTo>
                    <a:pt x="1994189" y="1124163"/>
                  </a:lnTo>
                  <a:lnTo>
                    <a:pt x="2033291" y="1066818"/>
                  </a:lnTo>
                  <a:lnTo>
                    <a:pt x="2072393" y="1011560"/>
                  </a:lnTo>
                  <a:lnTo>
                    <a:pt x="2111495" y="958775"/>
                  </a:lnTo>
                  <a:lnTo>
                    <a:pt x="2150596" y="908846"/>
                  </a:lnTo>
                  <a:lnTo>
                    <a:pt x="2189698" y="861846"/>
                  </a:lnTo>
                  <a:lnTo>
                    <a:pt x="2228800" y="815436"/>
                  </a:lnTo>
                  <a:lnTo>
                    <a:pt x="2267902" y="769159"/>
                  </a:lnTo>
                  <a:lnTo>
                    <a:pt x="2307003" y="723140"/>
                  </a:lnTo>
                  <a:lnTo>
                    <a:pt x="2346105" y="677502"/>
                  </a:lnTo>
                  <a:lnTo>
                    <a:pt x="2385207" y="632372"/>
                  </a:lnTo>
                  <a:lnTo>
                    <a:pt x="2424309" y="587872"/>
                  </a:lnTo>
                  <a:lnTo>
                    <a:pt x="2463410" y="544127"/>
                  </a:lnTo>
                  <a:lnTo>
                    <a:pt x="2502512" y="501263"/>
                  </a:lnTo>
                  <a:lnTo>
                    <a:pt x="2541614" y="459403"/>
                  </a:lnTo>
                  <a:lnTo>
                    <a:pt x="2580716" y="418672"/>
                  </a:lnTo>
                  <a:lnTo>
                    <a:pt x="2619817" y="379194"/>
                  </a:lnTo>
                  <a:lnTo>
                    <a:pt x="2658919" y="341094"/>
                  </a:lnTo>
                  <a:lnTo>
                    <a:pt x="2698021" y="304496"/>
                  </a:lnTo>
                  <a:lnTo>
                    <a:pt x="2737123" y="269442"/>
                  </a:lnTo>
                  <a:lnTo>
                    <a:pt x="2776224" y="235466"/>
                  </a:lnTo>
                  <a:lnTo>
                    <a:pt x="2815326" y="202479"/>
                  </a:lnTo>
                  <a:lnTo>
                    <a:pt x="2854428" y="170491"/>
                  </a:lnTo>
                  <a:lnTo>
                    <a:pt x="2893530" y="139511"/>
                  </a:lnTo>
                  <a:lnTo>
                    <a:pt x="2932631" y="109545"/>
                  </a:lnTo>
                  <a:lnTo>
                    <a:pt x="2971733" y="80603"/>
                  </a:lnTo>
                  <a:lnTo>
                    <a:pt x="3010835" y="52692"/>
                  </a:lnTo>
                  <a:lnTo>
                    <a:pt x="3049937" y="25822"/>
                  </a:lnTo>
                  <a:lnTo>
                    <a:pt x="308903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19728" y="5393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16153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12591" y="51162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552521" y="52010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23284" y="50236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044598" y="424945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94590" y="41542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99967" y="243107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32640" y="22510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39885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51739" y="2069840"/>
              <a:ext cx="3120156" cy="3357502"/>
            </a:xfrm>
            <a:custGeom>
              <a:avLst/>
              <a:pathLst>
                <a:path w="3120156" h="3357502">
                  <a:moveTo>
                    <a:pt x="0" y="3357502"/>
                  </a:moveTo>
                  <a:lnTo>
                    <a:pt x="39495" y="3348053"/>
                  </a:lnTo>
                  <a:lnTo>
                    <a:pt x="78991" y="3334280"/>
                  </a:lnTo>
                  <a:lnTo>
                    <a:pt x="118486" y="3316488"/>
                  </a:lnTo>
                  <a:lnTo>
                    <a:pt x="157982" y="3294594"/>
                  </a:lnTo>
                  <a:lnTo>
                    <a:pt x="197478" y="3268193"/>
                  </a:lnTo>
                  <a:lnTo>
                    <a:pt x="236973" y="3237424"/>
                  </a:lnTo>
                  <a:lnTo>
                    <a:pt x="276469" y="3202343"/>
                  </a:lnTo>
                  <a:lnTo>
                    <a:pt x="315965" y="3162685"/>
                  </a:lnTo>
                  <a:lnTo>
                    <a:pt x="355460" y="3118435"/>
                  </a:lnTo>
                  <a:lnTo>
                    <a:pt x="394956" y="3070335"/>
                  </a:lnTo>
                  <a:lnTo>
                    <a:pt x="434452" y="3017954"/>
                  </a:lnTo>
                  <a:lnTo>
                    <a:pt x="473947" y="2960713"/>
                  </a:lnTo>
                  <a:lnTo>
                    <a:pt x="513443" y="2897915"/>
                  </a:lnTo>
                  <a:lnTo>
                    <a:pt x="552939" y="2827300"/>
                  </a:lnTo>
                  <a:lnTo>
                    <a:pt x="592434" y="2750461"/>
                  </a:lnTo>
                  <a:lnTo>
                    <a:pt x="631930" y="2670390"/>
                  </a:lnTo>
                  <a:lnTo>
                    <a:pt x="671426" y="2590080"/>
                  </a:lnTo>
                  <a:lnTo>
                    <a:pt x="710921" y="2512525"/>
                  </a:lnTo>
                  <a:lnTo>
                    <a:pt x="750417" y="2440716"/>
                  </a:lnTo>
                  <a:lnTo>
                    <a:pt x="789912" y="2377646"/>
                  </a:lnTo>
                  <a:lnTo>
                    <a:pt x="829408" y="2326276"/>
                  </a:lnTo>
                  <a:lnTo>
                    <a:pt x="868904" y="2285660"/>
                  </a:lnTo>
                  <a:lnTo>
                    <a:pt x="908399" y="2253157"/>
                  </a:lnTo>
                  <a:lnTo>
                    <a:pt x="947895" y="2227576"/>
                  </a:lnTo>
                  <a:lnTo>
                    <a:pt x="987391" y="2207724"/>
                  </a:lnTo>
                  <a:lnTo>
                    <a:pt x="1026886" y="2192411"/>
                  </a:lnTo>
                  <a:lnTo>
                    <a:pt x="1066382" y="2180444"/>
                  </a:lnTo>
                  <a:lnTo>
                    <a:pt x="1105878" y="2170634"/>
                  </a:lnTo>
                  <a:lnTo>
                    <a:pt x="1145373" y="2161788"/>
                  </a:lnTo>
                  <a:lnTo>
                    <a:pt x="1184869" y="2152714"/>
                  </a:lnTo>
                  <a:lnTo>
                    <a:pt x="1224365" y="2142222"/>
                  </a:lnTo>
                  <a:lnTo>
                    <a:pt x="1263860" y="2129121"/>
                  </a:lnTo>
                  <a:lnTo>
                    <a:pt x="1303356" y="2112218"/>
                  </a:lnTo>
                  <a:lnTo>
                    <a:pt x="1342852" y="2090323"/>
                  </a:lnTo>
                  <a:lnTo>
                    <a:pt x="1382347" y="2062244"/>
                  </a:lnTo>
                  <a:lnTo>
                    <a:pt x="1421843" y="2026789"/>
                  </a:lnTo>
                  <a:lnTo>
                    <a:pt x="1461339" y="1982768"/>
                  </a:lnTo>
                  <a:lnTo>
                    <a:pt x="1500834" y="1930410"/>
                  </a:lnTo>
                  <a:lnTo>
                    <a:pt x="1540330" y="1874032"/>
                  </a:lnTo>
                  <a:lnTo>
                    <a:pt x="1579825" y="1814419"/>
                  </a:lnTo>
                  <a:lnTo>
                    <a:pt x="1619321" y="1751999"/>
                  </a:lnTo>
                  <a:lnTo>
                    <a:pt x="1658817" y="1687203"/>
                  </a:lnTo>
                  <a:lnTo>
                    <a:pt x="1698312" y="1620461"/>
                  </a:lnTo>
                  <a:lnTo>
                    <a:pt x="1737808" y="1552201"/>
                  </a:lnTo>
                  <a:lnTo>
                    <a:pt x="1777304" y="1482855"/>
                  </a:lnTo>
                  <a:lnTo>
                    <a:pt x="1816799" y="1412852"/>
                  </a:lnTo>
                  <a:lnTo>
                    <a:pt x="1856295" y="1342621"/>
                  </a:lnTo>
                  <a:lnTo>
                    <a:pt x="1895791" y="1272593"/>
                  </a:lnTo>
                  <a:lnTo>
                    <a:pt x="1935286" y="1203196"/>
                  </a:lnTo>
                  <a:lnTo>
                    <a:pt x="1974782" y="1134862"/>
                  </a:lnTo>
                  <a:lnTo>
                    <a:pt x="2014278" y="1068020"/>
                  </a:lnTo>
                  <a:lnTo>
                    <a:pt x="2053773" y="1003100"/>
                  </a:lnTo>
                  <a:lnTo>
                    <a:pt x="2093269" y="940531"/>
                  </a:lnTo>
                  <a:lnTo>
                    <a:pt x="2132765" y="880743"/>
                  </a:lnTo>
                  <a:lnTo>
                    <a:pt x="2172260" y="824166"/>
                  </a:lnTo>
                  <a:lnTo>
                    <a:pt x="2211756" y="771230"/>
                  </a:lnTo>
                  <a:lnTo>
                    <a:pt x="2251252" y="722365"/>
                  </a:lnTo>
                  <a:lnTo>
                    <a:pt x="2290747" y="677813"/>
                  </a:lnTo>
                  <a:lnTo>
                    <a:pt x="2330243" y="634277"/>
                  </a:lnTo>
                  <a:lnTo>
                    <a:pt x="2369738" y="590590"/>
                  </a:lnTo>
                  <a:lnTo>
                    <a:pt x="2409234" y="546998"/>
                  </a:lnTo>
                  <a:lnTo>
                    <a:pt x="2448730" y="503744"/>
                  </a:lnTo>
                  <a:lnTo>
                    <a:pt x="2488225" y="461070"/>
                  </a:lnTo>
                  <a:lnTo>
                    <a:pt x="2527721" y="419221"/>
                  </a:lnTo>
                  <a:lnTo>
                    <a:pt x="2567217" y="378439"/>
                  </a:lnTo>
                  <a:lnTo>
                    <a:pt x="2606712" y="338968"/>
                  </a:lnTo>
                  <a:lnTo>
                    <a:pt x="2646208" y="301052"/>
                  </a:lnTo>
                  <a:lnTo>
                    <a:pt x="2685704" y="264933"/>
                  </a:lnTo>
                  <a:lnTo>
                    <a:pt x="2725199" y="230856"/>
                  </a:lnTo>
                  <a:lnTo>
                    <a:pt x="2764695" y="199064"/>
                  </a:lnTo>
                  <a:lnTo>
                    <a:pt x="2804191" y="169799"/>
                  </a:lnTo>
                  <a:lnTo>
                    <a:pt x="2843686" y="142958"/>
                  </a:lnTo>
                  <a:lnTo>
                    <a:pt x="2883182" y="117852"/>
                  </a:lnTo>
                  <a:lnTo>
                    <a:pt x="2922678" y="94402"/>
                  </a:lnTo>
                  <a:lnTo>
                    <a:pt x="2962173" y="72550"/>
                  </a:lnTo>
                  <a:lnTo>
                    <a:pt x="3001669" y="52240"/>
                  </a:lnTo>
                  <a:lnTo>
                    <a:pt x="3041165" y="33415"/>
                  </a:lnTo>
                  <a:lnTo>
                    <a:pt x="3080660" y="16021"/>
                  </a:lnTo>
                  <a:lnTo>
                    <a:pt x="3120156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2025-10-13T16:15:21Z</dcterms:modified>
  <cp:category/>
</cp:coreProperties>
</file>