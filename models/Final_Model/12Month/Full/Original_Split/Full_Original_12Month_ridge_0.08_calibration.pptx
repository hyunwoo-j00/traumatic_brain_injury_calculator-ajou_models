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(N=1462, events=576)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32987" y="534673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345423" y="541617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446464" y="534577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589448" y="518152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07410" y="487648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57945" y="433679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64604" y="370324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59791" y="290544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6031736" y="217803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350594" y="20840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264997" y="2047193"/>
              <a:ext cx="3117607" cy="3385932"/>
            </a:xfrm>
            <a:custGeom>
              <a:avLst/>
              <a:pathLst>
                <a:path w="3117607" h="3385932">
                  <a:moveTo>
                    <a:pt x="0" y="3385932"/>
                  </a:moveTo>
                  <a:lnTo>
                    <a:pt x="39463" y="3375656"/>
                  </a:lnTo>
                  <a:lnTo>
                    <a:pt x="78926" y="3362084"/>
                  </a:lnTo>
                  <a:lnTo>
                    <a:pt x="118390" y="3345045"/>
                  </a:lnTo>
                  <a:lnTo>
                    <a:pt x="157853" y="3324474"/>
                  </a:lnTo>
                  <a:lnTo>
                    <a:pt x="197316" y="3300583"/>
                  </a:lnTo>
                  <a:lnTo>
                    <a:pt x="236780" y="3273478"/>
                  </a:lnTo>
                  <a:lnTo>
                    <a:pt x="276243" y="3242831"/>
                  </a:lnTo>
                  <a:lnTo>
                    <a:pt x="315707" y="3208896"/>
                  </a:lnTo>
                  <a:lnTo>
                    <a:pt x="355170" y="3172001"/>
                  </a:lnTo>
                  <a:lnTo>
                    <a:pt x="394633" y="3131406"/>
                  </a:lnTo>
                  <a:lnTo>
                    <a:pt x="434097" y="3086488"/>
                  </a:lnTo>
                  <a:lnTo>
                    <a:pt x="473560" y="3037980"/>
                  </a:lnTo>
                  <a:lnTo>
                    <a:pt x="513023" y="2986616"/>
                  </a:lnTo>
                  <a:lnTo>
                    <a:pt x="552487" y="2933129"/>
                  </a:lnTo>
                  <a:lnTo>
                    <a:pt x="591950" y="2877765"/>
                  </a:lnTo>
                  <a:lnTo>
                    <a:pt x="631414" y="2817814"/>
                  </a:lnTo>
                  <a:lnTo>
                    <a:pt x="670877" y="2753957"/>
                  </a:lnTo>
                  <a:lnTo>
                    <a:pt x="710340" y="2687677"/>
                  </a:lnTo>
                  <a:lnTo>
                    <a:pt x="749804" y="2620459"/>
                  </a:lnTo>
                  <a:lnTo>
                    <a:pt x="789267" y="2553788"/>
                  </a:lnTo>
                  <a:lnTo>
                    <a:pt x="828731" y="2489148"/>
                  </a:lnTo>
                  <a:lnTo>
                    <a:pt x="868194" y="2428023"/>
                  </a:lnTo>
                  <a:lnTo>
                    <a:pt x="907657" y="2371898"/>
                  </a:lnTo>
                  <a:lnTo>
                    <a:pt x="947121" y="2321308"/>
                  </a:lnTo>
                  <a:lnTo>
                    <a:pt x="986584" y="2272595"/>
                  </a:lnTo>
                  <a:lnTo>
                    <a:pt x="1026047" y="2225092"/>
                  </a:lnTo>
                  <a:lnTo>
                    <a:pt x="1065511" y="2178658"/>
                  </a:lnTo>
                  <a:lnTo>
                    <a:pt x="1104974" y="2133155"/>
                  </a:lnTo>
                  <a:lnTo>
                    <a:pt x="1144438" y="2088440"/>
                  </a:lnTo>
                  <a:lnTo>
                    <a:pt x="1183901" y="2044376"/>
                  </a:lnTo>
                  <a:lnTo>
                    <a:pt x="1223364" y="2000820"/>
                  </a:lnTo>
                  <a:lnTo>
                    <a:pt x="1262828" y="1957634"/>
                  </a:lnTo>
                  <a:lnTo>
                    <a:pt x="1302291" y="1914676"/>
                  </a:lnTo>
                  <a:lnTo>
                    <a:pt x="1341755" y="1871807"/>
                  </a:lnTo>
                  <a:lnTo>
                    <a:pt x="1381218" y="1828886"/>
                  </a:lnTo>
                  <a:lnTo>
                    <a:pt x="1420681" y="1785774"/>
                  </a:lnTo>
                  <a:lnTo>
                    <a:pt x="1460145" y="1742331"/>
                  </a:lnTo>
                  <a:lnTo>
                    <a:pt x="1499608" y="1698415"/>
                  </a:lnTo>
                  <a:lnTo>
                    <a:pt x="1539071" y="1653892"/>
                  </a:lnTo>
                  <a:lnTo>
                    <a:pt x="1578535" y="1608841"/>
                  </a:lnTo>
                  <a:lnTo>
                    <a:pt x="1617998" y="1563395"/>
                  </a:lnTo>
                  <a:lnTo>
                    <a:pt x="1657462" y="1517626"/>
                  </a:lnTo>
                  <a:lnTo>
                    <a:pt x="1696925" y="1471604"/>
                  </a:lnTo>
                  <a:lnTo>
                    <a:pt x="1736388" y="1425400"/>
                  </a:lnTo>
                  <a:lnTo>
                    <a:pt x="1775852" y="1379084"/>
                  </a:lnTo>
                  <a:lnTo>
                    <a:pt x="1815315" y="1332727"/>
                  </a:lnTo>
                  <a:lnTo>
                    <a:pt x="1854778" y="1286400"/>
                  </a:lnTo>
                  <a:lnTo>
                    <a:pt x="1894242" y="1240173"/>
                  </a:lnTo>
                  <a:lnTo>
                    <a:pt x="1933705" y="1194118"/>
                  </a:lnTo>
                  <a:lnTo>
                    <a:pt x="1973169" y="1148304"/>
                  </a:lnTo>
                  <a:lnTo>
                    <a:pt x="2012632" y="1102803"/>
                  </a:lnTo>
                  <a:lnTo>
                    <a:pt x="2052095" y="1057685"/>
                  </a:lnTo>
                  <a:lnTo>
                    <a:pt x="2091559" y="1013021"/>
                  </a:lnTo>
                  <a:lnTo>
                    <a:pt x="2131022" y="968882"/>
                  </a:lnTo>
                  <a:lnTo>
                    <a:pt x="2170486" y="925338"/>
                  </a:lnTo>
                  <a:lnTo>
                    <a:pt x="2209949" y="882460"/>
                  </a:lnTo>
                  <a:lnTo>
                    <a:pt x="2249412" y="840204"/>
                  </a:lnTo>
                  <a:lnTo>
                    <a:pt x="2288876" y="798108"/>
                  </a:lnTo>
                  <a:lnTo>
                    <a:pt x="2328339" y="756153"/>
                  </a:lnTo>
                  <a:lnTo>
                    <a:pt x="2367802" y="714380"/>
                  </a:lnTo>
                  <a:lnTo>
                    <a:pt x="2407266" y="672831"/>
                  </a:lnTo>
                  <a:lnTo>
                    <a:pt x="2446729" y="631548"/>
                  </a:lnTo>
                  <a:lnTo>
                    <a:pt x="2486193" y="590573"/>
                  </a:lnTo>
                  <a:lnTo>
                    <a:pt x="2525656" y="549948"/>
                  </a:lnTo>
                  <a:lnTo>
                    <a:pt x="2565119" y="509715"/>
                  </a:lnTo>
                  <a:lnTo>
                    <a:pt x="2604583" y="469917"/>
                  </a:lnTo>
                  <a:lnTo>
                    <a:pt x="2644046" y="430594"/>
                  </a:lnTo>
                  <a:lnTo>
                    <a:pt x="2683510" y="391790"/>
                  </a:lnTo>
                  <a:lnTo>
                    <a:pt x="2722973" y="353546"/>
                  </a:lnTo>
                  <a:lnTo>
                    <a:pt x="2762436" y="315904"/>
                  </a:lnTo>
                  <a:lnTo>
                    <a:pt x="2801900" y="278905"/>
                  </a:lnTo>
                  <a:lnTo>
                    <a:pt x="2841363" y="242450"/>
                  </a:lnTo>
                  <a:lnTo>
                    <a:pt x="2880826" y="206445"/>
                  </a:lnTo>
                  <a:lnTo>
                    <a:pt x="2920290" y="170894"/>
                  </a:lnTo>
                  <a:lnTo>
                    <a:pt x="2959753" y="135798"/>
                  </a:lnTo>
                  <a:lnTo>
                    <a:pt x="2999217" y="101159"/>
                  </a:lnTo>
                  <a:lnTo>
                    <a:pt x="3038680" y="66978"/>
                  </a:lnTo>
                  <a:lnTo>
                    <a:pt x="3078143" y="33258"/>
                  </a:lnTo>
                  <a:lnTo>
                    <a:pt x="3117607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(N=365, events=144)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24320" y="539397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321732" y="53914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405594" y="520879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538901" y="53914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691542" y="483843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980885" y="443977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24233" y="396396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566025" y="243107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6100628" y="225103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365747" y="206070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256330" y="2105711"/>
              <a:ext cx="3141427" cy="3325671"/>
            </a:xfrm>
            <a:custGeom>
              <a:avLst/>
              <a:pathLst>
                <a:path w="3141427" h="3325671">
                  <a:moveTo>
                    <a:pt x="0" y="3325671"/>
                  </a:moveTo>
                  <a:lnTo>
                    <a:pt x="39764" y="3315542"/>
                  </a:lnTo>
                  <a:lnTo>
                    <a:pt x="79529" y="3300675"/>
                  </a:lnTo>
                  <a:lnTo>
                    <a:pt x="119294" y="3280765"/>
                  </a:lnTo>
                  <a:lnTo>
                    <a:pt x="159059" y="3255914"/>
                  </a:lnTo>
                  <a:lnTo>
                    <a:pt x="198824" y="3226464"/>
                  </a:lnTo>
                  <a:lnTo>
                    <a:pt x="238589" y="3192046"/>
                  </a:lnTo>
                  <a:lnTo>
                    <a:pt x="278354" y="3152936"/>
                  </a:lnTo>
                  <a:lnTo>
                    <a:pt x="318119" y="3109582"/>
                  </a:lnTo>
                  <a:lnTo>
                    <a:pt x="357884" y="3061890"/>
                  </a:lnTo>
                  <a:lnTo>
                    <a:pt x="397649" y="3009665"/>
                  </a:lnTo>
                  <a:lnTo>
                    <a:pt x="437413" y="2953005"/>
                  </a:lnTo>
                  <a:lnTo>
                    <a:pt x="477178" y="2891785"/>
                  </a:lnTo>
                  <a:lnTo>
                    <a:pt x="516943" y="2822184"/>
                  </a:lnTo>
                  <a:lnTo>
                    <a:pt x="556708" y="2745440"/>
                  </a:lnTo>
                  <a:lnTo>
                    <a:pt x="596473" y="2665077"/>
                  </a:lnTo>
                  <a:lnTo>
                    <a:pt x="636238" y="2584620"/>
                  </a:lnTo>
                  <a:lnTo>
                    <a:pt x="676003" y="2507592"/>
                  </a:lnTo>
                  <a:lnTo>
                    <a:pt x="715768" y="2437518"/>
                  </a:lnTo>
                  <a:lnTo>
                    <a:pt x="755533" y="2377921"/>
                  </a:lnTo>
                  <a:lnTo>
                    <a:pt x="795298" y="2328080"/>
                  </a:lnTo>
                  <a:lnTo>
                    <a:pt x="835062" y="2284019"/>
                  </a:lnTo>
                  <a:lnTo>
                    <a:pt x="874827" y="2244958"/>
                  </a:lnTo>
                  <a:lnTo>
                    <a:pt x="914592" y="2210115"/>
                  </a:lnTo>
                  <a:lnTo>
                    <a:pt x="954357" y="2178711"/>
                  </a:lnTo>
                  <a:lnTo>
                    <a:pt x="994122" y="2149966"/>
                  </a:lnTo>
                  <a:lnTo>
                    <a:pt x="1033887" y="2123100"/>
                  </a:lnTo>
                  <a:lnTo>
                    <a:pt x="1073652" y="2097332"/>
                  </a:lnTo>
                  <a:lnTo>
                    <a:pt x="1113417" y="2071884"/>
                  </a:lnTo>
                  <a:lnTo>
                    <a:pt x="1153182" y="2045975"/>
                  </a:lnTo>
                  <a:lnTo>
                    <a:pt x="1192947" y="2018825"/>
                  </a:lnTo>
                  <a:lnTo>
                    <a:pt x="1232711" y="1989654"/>
                  </a:lnTo>
                  <a:lnTo>
                    <a:pt x="1272476" y="1957682"/>
                  </a:lnTo>
                  <a:lnTo>
                    <a:pt x="1312241" y="1922129"/>
                  </a:lnTo>
                  <a:lnTo>
                    <a:pt x="1352006" y="1882216"/>
                  </a:lnTo>
                  <a:lnTo>
                    <a:pt x="1391771" y="1837161"/>
                  </a:lnTo>
                  <a:lnTo>
                    <a:pt x="1431536" y="1787410"/>
                  </a:lnTo>
                  <a:lnTo>
                    <a:pt x="1471301" y="1735302"/>
                  </a:lnTo>
                  <a:lnTo>
                    <a:pt x="1511066" y="1681163"/>
                  </a:lnTo>
                  <a:lnTo>
                    <a:pt x="1550831" y="1625246"/>
                  </a:lnTo>
                  <a:lnTo>
                    <a:pt x="1590596" y="1567801"/>
                  </a:lnTo>
                  <a:lnTo>
                    <a:pt x="1630360" y="1509081"/>
                  </a:lnTo>
                  <a:lnTo>
                    <a:pt x="1670125" y="1449339"/>
                  </a:lnTo>
                  <a:lnTo>
                    <a:pt x="1709890" y="1388825"/>
                  </a:lnTo>
                  <a:lnTo>
                    <a:pt x="1749655" y="1327792"/>
                  </a:lnTo>
                  <a:lnTo>
                    <a:pt x="1789420" y="1266492"/>
                  </a:lnTo>
                  <a:lnTo>
                    <a:pt x="1829185" y="1205178"/>
                  </a:lnTo>
                  <a:lnTo>
                    <a:pt x="1868950" y="1144099"/>
                  </a:lnTo>
                  <a:lnTo>
                    <a:pt x="1908715" y="1083510"/>
                  </a:lnTo>
                  <a:lnTo>
                    <a:pt x="1948480" y="1023662"/>
                  </a:lnTo>
                  <a:lnTo>
                    <a:pt x="1988245" y="964806"/>
                  </a:lnTo>
                  <a:lnTo>
                    <a:pt x="2028009" y="907195"/>
                  </a:lnTo>
                  <a:lnTo>
                    <a:pt x="2067774" y="851081"/>
                  </a:lnTo>
                  <a:lnTo>
                    <a:pt x="2107539" y="796716"/>
                  </a:lnTo>
                  <a:lnTo>
                    <a:pt x="2147304" y="744351"/>
                  </a:lnTo>
                  <a:lnTo>
                    <a:pt x="2187069" y="694239"/>
                  </a:lnTo>
                  <a:lnTo>
                    <a:pt x="2226834" y="646631"/>
                  </a:lnTo>
                  <a:lnTo>
                    <a:pt x="2266599" y="601780"/>
                  </a:lnTo>
                  <a:lnTo>
                    <a:pt x="2306364" y="559938"/>
                  </a:lnTo>
                  <a:lnTo>
                    <a:pt x="2346129" y="521337"/>
                  </a:lnTo>
                  <a:lnTo>
                    <a:pt x="2385894" y="484289"/>
                  </a:lnTo>
                  <a:lnTo>
                    <a:pt x="2425658" y="447683"/>
                  </a:lnTo>
                  <a:lnTo>
                    <a:pt x="2465423" y="411659"/>
                  </a:lnTo>
                  <a:lnTo>
                    <a:pt x="2505188" y="376353"/>
                  </a:lnTo>
                  <a:lnTo>
                    <a:pt x="2544953" y="341903"/>
                  </a:lnTo>
                  <a:lnTo>
                    <a:pt x="2584718" y="308447"/>
                  </a:lnTo>
                  <a:lnTo>
                    <a:pt x="2624483" y="276123"/>
                  </a:lnTo>
                  <a:lnTo>
                    <a:pt x="2664248" y="245069"/>
                  </a:lnTo>
                  <a:lnTo>
                    <a:pt x="2704013" y="215422"/>
                  </a:lnTo>
                  <a:lnTo>
                    <a:pt x="2743778" y="187320"/>
                  </a:lnTo>
                  <a:lnTo>
                    <a:pt x="2783543" y="160901"/>
                  </a:lnTo>
                  <a:lnTo>
                    <a:pt x="2823307" y="136303"/>
                  </a:lnTo>
                  <a:lnTo>
                    <a:pt x="2863072" y="113663"/>
                  </a:lnTo>
                  <a:lnTo>
                    <a:pt x="2902837" y="92995"/>
                  </a:lnTo>
                  <a:lnTo>
                    <a:pt x="2942602" y="73940"/>
                  </a:lnTo>
                  <a:lnTo>
                    <a:pt x="2982367" y="56400"/>
                  </a:lnTo>
                  <a:lnTo>
                    <a:pt x="3022132" y="40305"/>
                  </a:lnTo>
                  <a:lnTo>
                    <a:pt x="3061897" y="25587"/>
                  </a:lnTo>
                  <a:lnTo>
                    <a:pt x="3101662" y="12175"/>
                  </a:lnTo>
                  <a:lnTo>
                    <a:pt x="3141427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2025-10-13T16:05:56Z</dcterms:modified>
  <cp:category/>
</cp:coreProperties>
</file>