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(N=1462, events=576)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97193" y="537004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8867" y="53223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28409" y="51815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40653" y="513459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20733" y="497034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51822" y="41960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02181" y="384403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382931" y="29054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953996" y="234228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89595" y="21073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29204" y="2112241"/>
              <a:ext cx="2992402" cy="3268155"/>
            </a:xfrm>
            <a:custGeom>
              <a:avLst/>
              <a:pathLst>
                <a:path w="2992402" h="3268155">
                  <a:moveTo>
                    <a:pt x="0" y="3268155"/>
                  </a:moveTo>
                  <a:lnTo>
                    <a:pt x="37878" y="3261586"/>
                  </a:lnTo>
                  <a:lnTo>
                    <a:pt x="75757" y="3251051"/>
                  </a:lnTo>
                  <a:lnTo>
                    <a:pt x="113635" y="3236680"/>
                  </a:lnTo>
                  <a:lnTo>
                    <a:pt x="151514" y="3218600"/>
                  </a:lnTo>
                  <a:lnTo>
                    <a:pt x="189392" y="3196715"/>
                  </a:lnTo>
                  <a:lnTo>
                    <a:pt x="227271" y="3170750"/>
                  </a:lnTo>
                  <a:lnTo>
                    <a:pt x="265149" y="3140790"/>
                  </a:lnTo>
                  <a:lnTo>
                    <a:pt x="303028" y="3107004"/>
                  </a:lnTo>
                  <a:lnTo>
                    <a:pt x="340906" y="3068979"/>
                  </a:lnTo>
                  <a:lnTo>
                    <a:pt x="378785" y="3027110"/>
                  </a:lnTo>
                  <a:lnTo>
                    <a:pt x="416663" y="2981914"/>
                  </a:lnTo>
                  <a:lnTo>
                    <a:pt x="454542" y="2932786"/>
                  </a:lnTo>
                  <a:lnTo>
                    <a:pt x="492420" y="2879118"/>
                  </a:lnTo>
                  <a:lnTo>
                    <a:pt x="530299" y="2820258"/>
                  </a:lnTo>
                  <a:lnTo>
                    <a:pt x="568177" y="2754495"/>
                  </a:lnTo>
                  <a:lnTo>
                    <a:pt x="606056" y="2682847"/>
                  </a:lnTo>
                  <a:lnTo>
                    <a:pt x="643934" y="2607576"/>
                  </a:lnTo>
                  <a:lnTo>
                    <a:pt x="681813" y="2530944"/>
                  </a:lnTo>
                  <a:lnTo>
                    <a:pt x="719691" y="2455214"/>
                  </a:lnTo>
                  <a:lnTo>
                    <a:pt x="757570" y="2382646"/>
                  </a:lnTo>
                  <a:lnTo>
                    <a:pt x="795448" y="2315504"/>
                  </a:lnTo>
                  <a:lnTo>
                    <a:pt x="833327" y="2256049"/>
                  </a:lnTo>
                  <a:lnTo>
                    <a:pt x="871205" y="2205764"/>
                  </a:lnTo>
                  <a:lnTo>
                    <a:pt x="909084" y="2159906"/>
                  </a:lnTo>
                  <a:lnTo>
                    <a:pt x="946962" y="2116897"/>
                  </a:lnTo>
                  <a:lnTo>
                    <a:pt x="984841" y="2076305"/>
                  </a:lnTo>
                  <a:lnTo>
                    <a:pt x="1022719" y="2037700"/>
                  </a:lnTo>
                  <a:lnTo>
                    <a:pt x="1060598" y="2000650"/>
                  </a:lnTo>
                  <a:lnTo>
                    <a:pt x="1098476" y="1964723"/>
                  </a:lnTo>
                  <a:lnTo>
                    <a:pt x="1136355" y="1929487"/>
                  </a:lnTo>
                  <a:lnTo>
                    <a:pt x="1174233" y="1894512"/>
                  </a:lnTo>
                  <a:lnTo>
                    <a:pt x="1212112" y="1859364"/>
                  </a:lnTo>
                  <a:lnTo>
                    <a:pt x="1249990" y="1823614"/>
                  </a:lnTo>
                  <a:lnTo>
                    <a:pt x="1287869" y="1786830"/>
                  </a:lnTo>
                  <a:lnTo>
                    <a:pt x="1325747" y="1748579"/>
                  </a:lnTo>
                  <a:lnTo>
                    <a:pt x="1363626" y="1708431"/>
                  </a:lnTo>
                  <a:lnTo>
                    <a:pt x="1401504" y="1665953"/>
                  </a:lnTo>
                  <a:lnTo>
                    <a:pt x="1439383" y="1621872"/>
                  </a:lnTo>
                  <a:lnTo>
                    <a:pt x="1477261" y="1577678"/>
                  </a:lnTo>
                  <a:lnTo>
                    <a:pt x="1515140" y="1533420"/>
                  </a:lnTo>
                  <a:lnTo>
                    <a:pt x="1553018" y="1489136"/>
                  </a:lnTo>
                  <a:lnTo>
                    <a:pt x="1590897" y="1444863"/>
                  </a:lnTo>
                  <a:lnTo>
                    <a:pt x="1628775" y="1400638"/>
                  </a:lnTo>
                  <a:lnTo>
                    <a:pt x="1666654" y="1356499"/>
                  </a:lnTo>
                  <a:lnTo>
                    <a:pt x="1704532" y="1312484"/>
                  </a:lnTo>
                  <a:lnTo>
                    <a:pt x="1742411" y="1268630"/>
                  </a:lnTo>
                  <a:lnTo>
                    <a:pt x="1780289" y="1224974"/>
                  </a:lnTo>
                  <a:lnTo>
                    <a:pt x="1818168" y="1181555"/>
                  </a:lnTo>
                  <a:lnTo>
                    <a:pt x="1856046" y="1138409"/>
                  </a:lnTo>
                  <a:lnTo>
                    <a:pt x="1893925" y="1095574"/>
                  </a:lnTo>
                  <a:lnTo>
                    <a:pt x="1931803" y="1053087"/>
                  </a:lnTo>
                  <a:lnTo>
                    <a:pt x="1969682" y="1010987"/>
                  </a:lnTo>
                  <a:lnTo>
                    <a:pt x="2007560" y="969310"/>
                  </a:lnTo>
                  <a:lnTo>
                    <a:pt x="2045439" y="928094"/>
                  </a:lnTo>
                  <a:lnTo>
                    <a:pt x="2083317" y="887377"/>
                  </a:lnTo>
                  <a:lnTo>
                    <a:pt x="2121196" y="846901"/>
                  </a:lnTo>
                  <a:lnTo>
                    <a:pt x="2159074" y="806343"/>
                  </a:lnTo>
                  <a:lnTo>
                    <a:pt x="2196953" y="765765"/>
                  </a:lnTo>
                  <a:lnTo>
                    <a:pt x="2234831" y="725231"/>
                  </a:lnTo>
                  <a:lnTo>
                    <a:pt x="2272710" y="684804"/>
                  </a:lnTo>
                  <a:lnTo>
                    <a:pt x="2310588" y="644549"/>
                  </a:lnTo>
                  <a:lnTo>
                    <a:pt x="2348467" y="604528"/>
                  </a:lnTo>
                  <a:lnTo>
                    <a:pt x="2386346" y="564806"/>
                  </a:lnTo>
                  <a:lnTo>
                    <a:pt x="2424224" y="525446"/>
                  </a:lnTo>
                  <a:lnTo>
                    <a:pt x="2462103" y="486513"/>
                  </a:lnTo>
                  <a:lnTo>
                    <a:pt x="2499981" y="448069"/>
                  </a:lnTo>
                  <a:lnTo>
                    <a:pt x="2537860" y="410178"/>
                  </a:lnTo>
                  <a:lnTo>
                    <a:pt x="2575738" y="372904"/>
                  </a:lnTo>
                  <a:lnTo>
                    <a:pt x="2613617" y="336311"/>
                  </a:lnTo>
                  <a:lnTo>
                    <a:pt x="2651495" y="300462"/>
                  </a:lnTo>
                  <a:lnTo>
                    <a:pt x="2689374" y="265279"/>
                  </a:lnTo>
                  <a:lnTo>
                    <a:pt x="2727252" y="230550"/>
                  </a:lnTo>
                  <a:lnTo>
                    <a:pt x="2765131" y="196269"/>
                  </a:lnTo>
                  <a:lnTo>
                    <a:pt x="2803009" y="162438"/>
                  </a:lnTo>
                  <a:lnTo>
                    <a:pt x="2840888" y="129055"/>
                  </a:lnTo>
                  <a:lnTo>
                    <a:pt x="2878766" y="96121"/>
                  </a:lnTo>
                  <a:lnTo>
                    <a:pt x="2916645" y="63633"/>
                  </a:lnTo>
                  <a:lnTo>
                    <a:pt x="2954523" y="31593"/>
                  </a:lnTo>
                  <a:lnTo>
                    <a:pt x="299240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(N=365, events=144)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87849" y="539397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7929" y="539140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10957" y="530138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10977" y="502361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747964" y="520108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077705" y="44397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40596" y="367847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459803" y="261625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6041552" y="225103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03458" y="20607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19860" y="2111426"/>
              <a:ext cx="3015608" cy="3314416"/>
            </a:xfrm>
            <a:custGeom>
              <a:avLst/>
              <a:pathLst>
                <a:path w="3015608" h="3314416">
                  <a:moveTo>
                    <a:pt x="0" y="3314416"/>
                  </a:moveTo>
                  <a:lnTo>
                    <a:pt x="38172" y="3305195"/>
                  </a:lnTo>
                  <a:lnTo>
                    <a:pt x="76344" y="3292441"/>
                  </a:lnTo>
                  <a:lnTo>
                    <a:pt x="114516" y="3276294"/>
                  </a:lnTo>
                  <a:lnTo>
                    <a:pt x="152689" y="3256922"/>
                  </a:lnTo>
                  <a:lnTo>
                    <a:pt x="190861" y="3234298"/>
                  </a:lnTo>
                  <a:lnTo>
                    <a:pt x="229033" y="3207926"/>
                  </a:lnTo>
                  <a:lnTo>
                    <a:pt x="267205" y="3178097"/>
                  </a:lnTo>
                  <a:lnTo>
                    <a:pt x="305378" y="3144689"/>
                  </a:lnTo>
                  <a:lnTo>
                    <a:pt x="343550" y="3107252"/>
                  </a:lnTo>
                  <a:lnTo>
                    <a:pt x="381722" y="3066191"/>
                  </a:lnTo>
                  <a:lnTo>
                    <a:pt x="419894" y="3021414"/>
                  </a:lnTo>
                  <a:lnTo>
                    <a:pt x="458067" y="2972718"/>
                  </a:lnTo>
                  <a:lnTo>
                    <a:pt x="496239" y="2919416"/>
                  </a:lnTo>
                  <a:lnTo>
                    <a:pt x="534411" y="2861551"/>
                  </a:lnTo>
                  <a:lnTo>
                    <a:pt x="572583" y="2800249"/>
                  </a:lnTo>
                  <a:lnTo>
                    <a:pt x="610756" y="2736639"/>
                  </a:lnTo>
                  <a:lnTo>
                    <a:pt x="648928" y="2671853"/>
                  </a:lnTo>
                  <a:lnTo>
                    <a:pt x="687100" y="2607019"/>
                  </a:lnTo>
                  <a:lnTo>
                    <a:pt x="725272" y="2543268"/>
                  </a:lnTo>
                  <a:lnTo>
                    <a:pt x="763445" y="2481728"/>
                  </a:lnTo>
                  <a:lnTo>
                    <a:pt x="801617" y="2423285"/>
                  </a:lnTo>
                  <a:lnTo>
                    <a:pt x="839789" y="2365112"/>
                  </a:lnTo>
                  <a:lnTo>
                    <a:pt x="877961" y="2306218"/>
                  </a:lnTo>
                  <a:lnTo>
                    <a:pt x="916134" y="2246772"/>
                  </a:lnTo>
                  <a:lnTo>
                    <a:pt x="954306" y="2186942"/>
                  </a:lnTo>
                  <a:lnTo>
                    <a:pt x="992478" y="2126896"/>
                  </a:lnTo>
                  <a:lnTo>
                    <a:pt x="1030650" y="2066802"/>
                  </a:lnTo>
                  <a:lnTo>
                    <a:pt x="1068823" y="2006829"/>
                  </a:lnTo>
                  <a:lnTo>
                    <a:pt x="1106995" y="1947145"/>
                  </a:lnTo>
                  <a:lnTo>
                    <a:pt x="1145167" y="1887917"/>
                  </a:lnTo>
                  <a:lnTo>
                    <a:pt x="1183339" y="1829315"/>
                  </a:lnTo>
                  <a:lnTo>
                    <a:pt x="1221512" y="1771507"/>
                  </a:lnTo>
                  <a:lnTo>
                    <a:pt x="1259684" y="1714660"/>
                  </a:lnTo>
                  <a:lnTo>
                    <a:pt x="1297856" y="1658943"/>
                  </a:lnTo>
                  <a:lnTo>
                    <a:pt x="1336028" y="1604524"/>
                  </a:lnTo>
                  <a:lnTo>
                    <a:pt x="1374201" y="1551360"/>
                  </a:lnTo>
                  <a:lnTo>
                    <a:pt x="1412373" y="1498569"/>
                  </a:lnTo>
                  <a:lnTo>
                    <a:pt x="1450545" y="1446081"/>
                  </a:lnTo>
                  <a:lnTo>
                    <a:pt x="1488717" y="1393951"/>
                  </a:lnTo>
                  <a:lnTo>
                    <a:pt x="1526890" y="1342231"/>
                  </a:lnTo>
                  <a:lnTo>
                    <a:pt x="1565062" y="1290977"/>
                  </a:lnTo>
                  <a:lnTo>
                    <a:pt x="1603234" y="1240242"/>
                  </a:lnTo>
                  <a:lnTo>
                    <a:pt x="1641407" y="1190081"/>
                  </a:lnTo>
                  <a:lnTo>
                    <a:pt x="1679579" y="1140547"/>
                  </a:lnTo>
                  <a:lnTo>
                    <a:pt x="1717751" y="1091696"/>
                  </a:lnTo>
                  <a:lnTo>
                    <a:pt x="1755923" y="1043580"/>
                  </a:lnTo>
                  <a:lnTo>
                    <a:pt x="1794096" y="996254"/>
                  </a:lnTo>
                  <a:lnTo>
                    <a:pt x="1832268" y="949773"/>
                  </a:lnTo>
                  <a:lnTo>
                    <a:pt x="1870440" y="904190"/>
                  </a:lnTo>
                  <a:lnTo>
                    <a:pt x="1908612" y="859560"/>
                  </a:lnTo>
                  <a:lnTo>
                    <a:pt x="1946785" y="815937"/>
                  </a:lnTo>
                  <a:lnTo>
                    <a:pt x="1984957" y="773374"/>
                  </a:lnTo>
                  <a:lnTo>
                    <a:pt x="2023129" y="731927"/>
                  </a:lnTo>
                  <a:lnTo>
                    <a:pt x="2061301" y="691648"/>
                  </a:lnTo>
                  <a:lnTo>
                    <a:pt x="2099474" y="652593"/>
                  </a:lnTo>
                  <a:lnTo>
                    <a:pt x="2137646" y="614815"/>
                  </a:lnTo>
                  <a:lnTo>
                    <a:pt x="2175818" y="578366"/>
                  </a:lnTo>
                  <a:lnTo>
                    <a:pt x="2213990" y="542917"/>
                  </a:lnTo>
                  <a:lnTo>
                    <a:pt x="2252163" y="508236"/>
                  </a:lnTo>
                  <a:lnTo>
                    <a:pt x="2290335" y="474341"/>
                  </a:lnTo>
                  <a:lnTo>
                    <a:pt x="2328507" y="441250"/>
                  </a:lnTo>
                  <a:lnTo>
                    <a:pt x="2366679" y="408979"/>
                  </a:lnTo>
                  <a:lnTo>
                    <a:pt x="2404852" y="377547"/>
                  </a:lnTo>
                  <a:lnTo>
                    <a:pt x="2443024" y="346971"/>
                  </a:lnTo>
                  <a:lnTo>
                    <a:pt x="2481196" y="317270"/>
                  </a:lnTo>
                  <a:lnTo>
                    <a:pt x="2519368" y="288460"/>
                  </a:lnTo>
                  <a:lnTo>
                    <a:pt x="2557541" y="260561"/>
                  </a:lnTo>
                  <a:lnTo>
                    <a:pt x="2595713" y="233588"/>
                  </a:lnTo>
                  <a:lnTo>
                    <a:pt x="2633885" y="207561"/>
                  </a:lnTo>
                  <a:lnTo>
                    <a:pt x="2672057" y="182496"/>
                  </a:lnTo>
                  <a:lnTo>
                    <a:pt x="2710230" y="158412"/>
                  </a:lnTo>
                  <a:lnTo>
                    <a:pt x="2748402" y="135327"/>
                  </a:lnTo>
                  <a:lnTo>
                    <a:pt x="2786574" y="113228"/>
                  </a:lnTo>
                  <a:lnTo>
                    <a:pt x="2824746" y="92070"/>
                  </a:lnTo>
                  <a:lnTo>
                    <a:pt x="2862919" y="71841"/>
                  </a:lnTo>
                  <a:lnTo>
                    <a:pt x="2901091" y="52530"/>
                  </a:lnTo>
                  <a:lnTo>
                    <a:pt x="2939263" y="34126"/>
                  </a:lnTo>
                  <a:lnTo>
                    <a:pt x="2977435" y="16620"/>
                  </a:lnTo>
                  <a:lnTo>
                    <a:pt x="3015608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2025-10-13T15:29:14Z</dcterms:modified>
  <cp:category/>
</cp:coreProperties>
</file>