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 (external)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0774" y="53108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0548" y="50473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38454" y="51351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57623" y="46081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59672" y="40810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457326" y="42567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99855" y="36418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56404" y="36418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30471" y="3026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74845" y="24120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2784" y="2452978"/>
              <a:ext cx="2894071" cy="2937246"/>
            </a:xfrm>
            <a:custGeom>
              <a:avLst/>
              <a:pathLst>
                <a:path w="2894071" h="2937246">
                  <a:moveTo>
                    <a:pt x="0" y="2937246"/>
                  </a:moveTo>
                  <a:lnTo>
                    <a:pt x="36633" y="2871154"/>
                  </a:lnTo>
                  <a:lnTo>
                    <a:pt x="73267" y="2806546"/>
                  </a:lnTo>
                  <a:lnTo>
                    <a:pt x="109901" y="2742826"/>
                  </a:lnTo>
                  <a:lnTo>
                    <a:pt x="146535" y="2679383"/>
                  </a:lnTo>
                  <a:lnTo>
                    <a:pt x="183169" y="2616087"/>
                  </a:lnTo>
                  <a:lnTo>
                    <a:pt x="219802" y="2553852"/>
                  </a:lnTo>
                  <a:lnTo>
                    <a:pt x="256436" y="2493690"/>
                  </a:lnTo>
                  <a:lnTo>
                    <a:pt x="293070" y="2434766"/>
                  </a:lnTo>
                  <a:lnTo>
                    <a:pt x="329704" y="2375887"/>
                  </a:lnTo>
                  <a:lnTo>
                    <a:pt x="366338" y="2317916"/>
                  </a:lnTo>
                  <a:lnTo>
                    <a:pt x="402971" y="2261718"/>
                  </a:lnTo>
                  <a:lnTo>
                    <a:pt x="439605" y="2208156"/>
                  </a:lnTo>
                  <a:lnTo>
                    <a:pt x="476239" y="2158097"/>
                  </a:lnTo>
                  <a:lnTo>
                    <a:pt x="512873" y="2106381"/>
                  </a:lnTo>
                  <a:lnTo>
                    <a:pt x="549507" y="2048713"/>
                  </a:lnTo>
                  <a:lnTo>
                    <a:pt x="586140" y="1987898"/>
                  </a:lnTo>
                  <a:lnTo>
                    <a:pt x="622774" y="1926740"/>
                  </a:lnTo>
                  <a:lnTo>
                    <a:pt x="659408" y="1868045"/>
                  </a:lnTo>
                  <a:lnTo>
                    <a:pt x="696042" y="1814618"/>
                  </a:lnTo>
                  <a:lnTo>
                    <a:pt x="732676" y="1769266"/>
                  </a:lnTo>
                  <a:lnTo>
                    <a:pt x="769310" y="1734793"/>
                  </a:lnTo>
                  <a:lnTo>
                    <a:pt x="805943" y="1711632"/>
                  </a:lnTo>
                  <a:lnTo>
                    <a:pt x="842577" y="1694521"/>
                  </a:lnTo>
                  <a:lnTo>
                    <a:pt x="879211" y="1681973"/>
                  </a:lnTo>
                  <a:lnTo>
                    <a:pt x="915845" y="1672755"/>
                  </a:lnTo>
                  <a:lnTo>
                    <a:pt x="952479" y="1665632"/>
                  </a:lnTo>
                  <a:lnTo>
                    <a:pt x="989112" y="1659370"/>
                  </a:lnTo>
                  <a:lnTo>
                    <a:pt x="1025746" y="1652736"/>
                  </a:lnTo>
                  <a:lnTo>
                    <a:pt x="1062380" y="1644496"/>
                  </a:lnTo>
                  <a:lnTo>
                    <a:pt x="1099014" y="1633415"/>
                  </a:lnTo>
                  <a:lnTo>
                    <a:pt x="1135648" y="1618260"/>
                  </a:lnTo>
                  <a:lnTo>
                    <a:pt x="1172281" y="1597797"/>
                  </a:lnTo>
                  <a:lnTo>
                    <a:pt x="1208915" y="1574978"/>
                  </a:lnTo>
                  <a:lnTo>
                    <a:pt x="1245549" y="1555285"/>
                  </a:lnTo>
                  <a:lnTo>
                    <a:pt x="1282183" y="1537968"/>
                  </a:lnTo>
                  <a:lnTo>
                    <a:pt x="1318817" y="1522207"/>
                  </a:lnTo>
                  <a:lnTo>
                    <a:pt x="1355450" y="1507182"/>
                  </a:lnTo>
                  <a:lnTo>
                    <a:pt x="1392084" y="1492073"/>
                  </a:lnTo>
                  <a:lnTo>
                    <a:pt x="1428718" y="1476057"/>
                  </a:lnTo>
                  <a:lnTo>
                    <a:pt x="1465352" y="1458317"/>
                  </a:lnTo>
                  <a:lnTo>
                    <a:pt x="1501986" y="1438030"/>
                  </a:lnTo>
                  <a:lnTo>
                    <a:pt x="1538620" y="1414951"/>
                  </a:lnTo>
                  <a:lnTo>
                    <a:pt x="1575253" y="1391548"/>
                  </a:lnTo>
                  <a:lnTo>
                    <a:pt x="1611887" y="1368085"/>
                  </a:lnTo>
                  <a:lnTo>
                    <a:pt x="1648521" y="1344412"/>
                  </a:lnTo>
                  <a:lnTo>
                    <a:pt x="1685155" y="1320376"/>
                  </a:lnTo>
                  <a:lnTo>
                    <a:pt x="1721789" y="1295828"/>
                  </a:lnTo>
                  <a:lnTo>
                    <a:pt x="1758422" y="1270615"/>
                  </a:lnTo>
                  <a:lnTo>
                    <a:pt x="1795056" y="1244587"/>
                  </a:lnTo>
                  <a:lnTo>
                    <a:pt x="1831690" y="1217592"/>
                  </a:lnTo>
                  <a:lnTo>
                    <a:pt x="1868324" y="1189480"/>
                  </a:lnTo>
                  <a:lnTo>
                    <a:pt x="1904958" y="1160098"/>
                  </a:lnTo>
                  <a:lnTo>
                    <a:pt x="1941591" y="1129297"/>
                  </a:lnTo>
                  <a:lnTo>
                    <a:pt x="1978225" y="1096927"/>
                  </a:lnTo>
                  <a:lnTo>
                    <a:pt x="2014859" y="1063562"/>
                  </a:lnTo>
                  <a:lnTo>
                    <a:pt x="2051493" y="1029665"/>
                  </a:lnTo>
                  <a:lnTo>
                    <a:pt x="2088127" y="995173"/>
                  </a:lnTo>
                  <a:lnTo>
                    <a:pt x="2124761" y="960022"/>
                  </a:lnTo>
                  <a:lnTo>
                    <a:pt x="2161394" y="924148"/>
                  </a:lnTo>
                  <a:lnTo>
                    <a:pt x="2198028" y="887487"/>
                  </a:lnTo>
                  <a:lnTo>
                    <a:pt x="2234662" y="849975"/>
                  </a:lnTo>
                  <a:lnTo>
                    <a:pt x="2271296" y="811549"/>
                  </a:lnTo>
                  <a:lnTo>
                    <a:pt x="2307930" y="772145"/>
                  </a:lnTo>
                  <a:lnTo>
                    <a:pt x="2344563" y="731699"/>
                  </a:lnTo>
                  <a:lnTo>
                    <a:pt x="2381197" y="690148"/>
                  </a:lnTo>
                  <a:lnTo>
                    <a:pt x="2417831" y="647427"/>
                  </a:lnTo>
                  <a:lnTo>
                    <a:pt x="2454465" y="603476"/>
                  </a:lnTo>
                  <a:lnTo>
                    <a:pt x="2491099" y="558476"/>
                  </a:lnTo>
                  <a:lnTo>
                    <a:pt x="2527732" y="512553"/>
                  </a:lnTo>
                  <a:lnTo>
                    <a:pt x="2564366" y="465695"/>
                  </a:lnTo>
                  <a:lnTo>
                    <a:pt x="2601000" y="417891"/>
                  </a:lnTo>
                  <a:lnTo>
                    <a:pt x="2637634" y="369130"/>
                  </a:lnTo>
                  <a:lnTo>
                    <a:pt x="2674268" y="319398"/>
                  </a:lnTo>
                  <a:lnTo>
                    <a:pt x="2710901" y="268686"/>
                  </a:lnTo>
                  <a:lnTo>
                    <a:pt x="2747535" y="216981"/>
                  </a:lnTo>
                  <a:lnTo>
                    <a:pt x="2784169" y="164271"/>
                  </a:lnTo>
                  <a:lnTo>
                    <a:pt x="2820803" y="110546"/>
                  </a:lnTo>
                  <a:lnTo>
                    <a:pt x="2857437" y="55792"/>
                  </a:lnTo>
                  <a:lnTo>
                    <a:pt x="289407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697444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(external)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2025-10-13T16:20:18Z</dcterms:modified>
  <cp:category/>
</cp:coreProperties>
</file>