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(N=1827, events=720)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71648" y="53555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94461" y="533842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00574" y="53351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27468" y="50348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30780" y="486879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43208" y="43006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84878" y="38204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87722" y="27948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92940" y="241639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62680" y="209815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03658" y="2124084"/>
              <a:ext cx="2991032" cy="3307200"/>
            </a:xfrm>
            <a:custGeom>
              <a:avLst/>
              <a:pathLst>
                <a:path w="2991032" h="3307200">
                  <a:moveTo>
                    <a:pt x="0" y="3307200"/>
                  </a:moveTo>
                  <a:lnTo>
                    <a:pt x="37861" y="3283568"/>
                  </a:lnTo>
                  <a:lnTo>
                    <a:pt x="75722" y="3258288"/>
                  </a:lnTo>
                  <a:lnTo>
                    <a:pt x="113583" y="3231291"/>
                  </a:lnTo>
                  <a:lnTo>
                    <a:pt x="151444" y="3202520"/>
                  </a:lnTo>
                  <a:lnTo>
                    <a:pt x="189305" y="3172033"/>
                  </a:lnTo>
                  <a:lnTo>
                    <a:pt x="227167" y="3139954"/>
                  </a:lnTo>
                  <a:lnTo>
                    <a:pt x="265028" y="3106219"/>
                  </a:lnTo>
                  <a:lnTo>
                    <a:pt x="302889" y="3070754"/>
                  </a:lnTo>
                  <a:lnTo>
                    <a:pt x="340750" y="3033731"/>
                  </a:lnTo>
                  <a:lnTo>
                    <a:pt x="378611" y="2995007"/>
                  </a:lnTo>
                  <a:lnTo>
                    <a:pt x="416472" y="2953658"/>
                  </a:lnTo>
                  <a:lnTo>
                    <a:pt x="454334" y="2910138"/>
                  </a:lnTo>
                  <a:lnTo>
                    <a:pt x="492195" y="2865051"/>
                  </a:lnTo>
                  <a:lnTo>
                    <a:pt x="530056" y="2819001"/>
                  </a:lnTo>
                  <a:lnTo>
                    <a:pt x="567917" y="2772502"/>
                  </a:lnTo>
                  <a:lnTo>
                    <a:pt x="605778" y="2723873"/>
                  </a:lnTo>
                  <a:lnTo>
                    <a:pt x="643639" y="2672795"/>
                  </a:lnTo>
                  <a:lnTo>
                    <a:pt x="681501" y="2619960"/>
                  </a:lnTo>
                  <a:lnTo>
                    <a:pt x="719362" y="2566059"/>
                  </a:lnTo>
                  <a:lnTo>
                    <a:pt x="757223" y="2511785"/>
                  </a:lnTo>
                  <a:lnTo>
                    <a:pt x="795084" y="2457830"/>
                  </a:lnTo>
                  <a:lnTo>
                    <a:pt x="832945" y="2404884"/>
                  </a:lnTo>
                  <a:lnTo>
                    <a:pt x="870806" y="2353641"/>
                  </a:lnTo>
                  <a:lnTo>
                    <a:pt x="908668" y="2304791"/>
                  </a:lnTo>
                  <a:lnTo>
                    <a:pt x="946529" y="2259027"/>
                  </a:lnTo>
                  <a:lnTo>
                    <a:pt x="984390" y="2216863"/>
                  </a:lnTo>
                  <a:lnTo>
                    <a:pt x="1022251" y="2176482"/>
                  </a:lnTo>
                  <a:lnTo>
                    <a:pt x="1060112" y="2137026"/>
                  </a:lnTo>
                  <a:lnTo>
                    <a:pt x="1097973" y="2098241"/>
                  </a:lnTo>
                  <a:lnTo>
                    <a:pt x="1135835" y="2059873"/>
                  </a:lnTo>
                  <a:lnTo>
                    <a:pt x="1173696" y="2021666"/>
                  </a:lnTo>
                  <a:lnTo>
                    <a:pt x="1211557" y="1983367"/>
                  </a:lnTo>
                  <a:lnTo>
                    <a:pt x="1249418" y="1944721"/>
                  </a:lnTo>
                  <a:lnTo>
                    <a:pt x="1287279" y="1905475"/>
                  </a:lnTo>
                  <a:lnTo>
                    <a:pt x="1325140" y="1865373"/>
                  </a:lnTo>
                  <a:lnTo>
                    <a:pt x="1363002" y="1824162"/>
                  </a:lnTo>
                  <a:lnTo>
                    <a:pt x="1400863" y="1781586"/>
                  </a:lnTo>
                  <a:lnTo>
                    <a:pt x="1438724" y="1737392"/>
                  </a:lnTo>
                  <a:lnTo>
                    <a:pt x="1476585" y="1691326"/>
                  </a:lnTo>
                  <a:lnTo>
                    <a:pt x="1514446" y="1643133"/>
                  </a:lnTo>
                  <a:lnTo>
                    <a:pt x="1552307" y="1593104"/>
                  </a:lnTo>
                  <a:lnTo>
                    <a:pt x="1590169" y="1541810"/>
                  </a:lnTo>
                  <a:lnTo>
                    <a:pt x="1628030" y="1489495"/>
                  </a:lnTo>
                  <a:lnTo>
                    <a:pt x="1665891" y="1436403"/>
                  </a:lnTo>
                  <a:lnTo>
                    <a:pt x="1703752" y="1382779"/>
                  </a:lnTo>
                  <a:lnTo>
                    <a:pt x="1741613" y="1328868"/>
                  </a:lnTo>
                  <a:lnTo>
                    <a:pt x="1779474" y="1274914"/>
                  </a:lnTo>
                  <a:lnTo>
                    <a:pt x="1817336" y="1221162"/>
                  </a:lnTo>
                  <a:lnTo>
                    <a:pt x="1855197" y="1167856"/>
                  </a:lnTo>
                  <a:lnTo>
                    <a:pt x="1893058" y="1115241"/>
                  </a:lnTo>
                  <a:lnTo>
                    <a:pt x="1930919" y="1063562"/>
                  </a:lnTo>
                  <a:lnTo>
                    <a:pt x="1968780" y="1013063"/>
                  </a:lnTo>
                  <a:lnTo>
                    <a:pt x="2006641" y="963989"/>
                  </a:lnTo>
                  <a:lnTo>
                    <a:pt x="2044503" y="916584"/>
                  </a:lnTo>
                  <a:lnTo>
                    <a:pt x="2082364" y="871094"/>
                  </a:lnTo>
                  <a:lnTo>
                    <a:pt x="2120225" y="827747"/>
                  </a:lnTo>
                  <a:lnTo>
                    <a:pt x="2158086" y="785353"/>
                  </a:lnTo>
                  <a:lnTo>
                    <a:pt x="2195947" y="743084"/>
                  </a:lnTo>
                  <a:lnTo>
                    <a:pt x="2233808" y="701025"/>
                  </a:lnTo>
                  <a:lnTo>
                    <a:pt x="2271670" y="659261"/>
                  </a:lnTo>
                  <a:lnTo>
                    <a:pt x="2309531" y="617877"/>
                  </a:lnTo>
                  <a:lnTo>
                    <a:pt x="2347392" y="576956"/>
                  </a:lnTo>
                  <a:lnTo>
                    <a:pt x="2385253" y="536583"/>
                  </a:lnTo>
                  <a:lnTo>
                    <a:pt x="2423114" y="496843"/>
                  </a:lnTo>
                  <a:lnTo>
                    <a:pt x="2460975" y="457820"/>
                  </a:lnTo>
                  <a:lnTo>
                    <a:pt x="2498837" y="419599"/>
                  </a:lnTo>
                  <a:lnTo>
                    <a:pt x="2536698" y="382264"/>
                  </a:lnTo>
                  <a:lnTo>
                    <a:pt x="2574559" y="345900"/>
                  </a:lnTo>
                  <a:lnTo>
                    <a:pt x="2612420" y="310591"/>
                  </a:lnTo>
                  <a:lnTo>
                    <a:pt x="2650281" y="276286"/>
                  </a:lnTo>
                  <a:lnTo>
                    <a:pt x="2688142" y="242709"/>
                  </a:lnTo>
                  <a:lnTo>
                    <a:pt x="2726004" y="209851"/>
                  </a:lnTo>
                  <a:lnTo>
                    <a:pt x="2763865" y="177711"/>
                  </a:lnTo>
                  <a:lnTo>
                    <a:pt x="2801726" y="146291"/>
                  </a:lnTo>
                  <a:lnTo>
                    <a:pt x="2839587" y="115590"/>
                  </a:lnTo>
                  <a:lnTo>
                    <a:pt x="2877448" y="85610"/>
                  </a:lnTo>
                  <a:lnTo>
                    <a:pt x="2915309" y="56351"/>
                  </a:lnTo>
                  <a:lnTo>
                    <a:pt x="2953171" y="27814"/>
                  </a:lnTo>
                  <a:lnTo>
                    <a:pt x="299103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2025-10-13T15:30:25Z</dcterms:modified>
  <cp:category/>
</cp:coreProperties>
</file>