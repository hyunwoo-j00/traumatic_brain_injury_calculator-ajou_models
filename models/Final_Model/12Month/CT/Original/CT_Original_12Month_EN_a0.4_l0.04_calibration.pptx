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(N=1827, events=720)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7595" y="53742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9006" y="53742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15007" y="527951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15913" y="51141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86062" y="485007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44341" y="42752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99306" y="38204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27595" y="28512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93914" y="232137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00084" y="209835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9606" y="2110825"/>
              <a:ext cx="3002489" cy="3338934"/>
            </a:xfrm>
            <a:custGeom>
              <a:avLst/>
              <a:pathLst>
                <a:path w="3002489" h="3338934">
                  <a:moveTo>
                    <a:pt x="0" y="3338934"/>
                  </a:moveTo>
                  <a:lnTo>
                    <a:pt x="38006" y="3313694"/>
                  </a:lnTo>
                  <a:lnTo>
                    <a:pt x="76012" y="3285864"/>
                  </a:lnTo>
                  <a:lnTo>
                    <a:pt x="114018" y="3255350"/>
                  </a:lnTo>
                  <a:lnTo>
                    <a:pt x="152024" y="3222069"/>
                  </a:lnTo>
                  <a:lnTo>
                    <a:pt x="190030" y="3186120"/>
                  </a:lnTo>
                  <a:lnTo>
                    <a:pt x="228037" y="3147688"/>
                  </a:lnTo>
                  <a:lnTo>
                    <a:pt x="266043" y="3106515"/>
                  </a:lnTo>
                  <a:lnTo>
                    <a:pt x="304049" y="3062801"/>
                  </a:lnTo>
                  <a:lnTo>
                    <a:pt x="342055" y="3016572"/>
                  </a:lnTo>
                  <a:lnTo>
                    <a:pt x="380061" y="2966920"/>
                  </a:lnTo>
                  <a:lnTo>
                    <a:pt x="418068" y="2914420"/>
                  </a:lnTo>
                  <a:lnTo>
                    <a:pt x="456074" y="2859790"/>
                  </a:lnTo>
                  <a:lnTo>
                    <a:pt x="494080" y="2803694"/>
                  </a:lnTo>
                  <a:lnTo>
                    <a:pt x="532086" y="2743654"/>
                  </a:lnTo>
                  <a:lnTo>
                    <a:pt x="570092" y="2679157"/>
                  </a:lnTo>
                  <a:lnTo>
                    <a:pt x="608099" y="2611751"/>
                  </a:lnTo>
                  <a:lnTo>
                    <a:pt x="646105" y="2542982"/>
                  </a:lnTo>
                  <a:lnTo>
                    <a:pt x="684111" y="2474399"/>
                  </a:lnTo>
                  <a:lnTo>
                    <a:pt x="722117" y="2407548"/>
                  </a:lnTo>
                  <a:lnTo>
                    <a:pt x="760123" y="2343976"/>
                  </a:lnTo>
                  <a:lnTo>
                    <a:pt x="798130" y="2285231"/>
                  </a:lnTo>
                  <a:lnTo>
                    <a:pt x="836136" y="2232860"/>
                  </a:lnTo>
                  <a:lnTo>
                    <a:pt x="874142" y="2187025"/>
                  </a:lnTo>
                  <a:lnTo>
                    <a:pt x="912148" y="2144549"/>
                  </a:lnTo>
                  <a:lnTo>
                    <a:pt x="950154" y="2104791"/>
                  </a:lnTo>
                  <a:lnTo>
                    <a:pt x="988161" y="2067292"/>
                  </a:lnTo>
                  <a:lnTo>
                    <a:pt x="1026167" y="2031595"/>
                  </a:lnTo>
                  <a:lnTo>
                    <a:pt x="1064173" y="1997241"/>
                  </a:lnTo>
                  <a:lnTo>
                    <a:pt x="1102179" y="1963772"/>
                  </a:lnTo>
                  <a:lnTo>
                    <a:pt x="1140185" y="1930729"/>
                  </a:lnTo>
                  <a:lnTo>
                    <a:pt x="1178191" y="1897654"/>
                  </a:lnTo>
                  <a:lnTo>
                    <a:pt x="1216198" y="1864090"/>
                  </a:lnTo>
                  <a:lnTo>
                    <a:pt x="1254204" y="1829576"/>
                  </a:lnTo>
                  <a:lnTo>
                    <a:pt x="1292210" y="1793656"/>
                  </a:lnTo>
                  <a:lnTo>
                    <a:pt x="1330216" y="1755871"/>
                  </a:lnTo>
                  <a:lnTo>
                    <a:pt x="1368222" y="1715762"/>
                  </a:lnTo>
                  <a:lnTo>
                    <a:pt x="1406229" y="1672891"/>
                  </a:lnTo>
                  <a:lnTo>
                    <a:pt x="1444235" y="1628535"/>
                  </a:lnTo>
                  <a:lnTo>
                    <a:pt x="1482241" y="1583747"/>
                  </a:lnTo>
                  <a:lnTo>
                    <a:pt x="1520247" y="1538602"/>
                  </a:lnTo>
                  <a:lnTo>
                    <a:pt x="1558253" y="1493177"/>
                  </a:lnTo>
                  <a:lnTo>
                    <a:pt x="1596260" y="1447548"/>
                  </a:lnTo>
                  <a:lnTo>
                    <a:pt x="1634266" y="1401791"/>
                  </a:lnTo>
                  <a:lnTo>
                    <a:pt x="1672272" y="1355985"/>
                  </a:lnTo>
                  <a:lnTo>
                    <a:pt x="1710278" y="1310203"/>
                  </a:lnTo>
                  <a:lnTo>
                    <a:pt x="1748284" y="1264524"/>
                  </a:lnTo>
                  <a:lnTo>
                    <a:pt x="1786291" y="1219024"/>
                  </a:lnTo>
                  <a:lnTo>
                    <a:pt x="1824297" y="1173779"/>
                  </a:lnTo>
                  <a:lnTo>
                    <a:pt x="1862303" y="1128866"/>
                  </a:lnTo>
                  <a:lnTo>
                    <a:pt x="1900309" y="1084361"/>
                  </a:lnTo>
                  <a:lnTo>
                    <a:pt x="1938315" y="1040340"/>
                  </a:lnTo>
                  <a:lnTo>
                    <a:pt x="1976322" y="996880"/>
                  </a:lnTo>
                  <a:lnTo>
                    <a:pt x="2014328" y="954058"/>
                  </a:lnTo>
                  <a:lnTo>
                    <a:pt x="2052334" y="911950"/>
                  </a:lnTo>
                  <a:lnTo>
                    <a:pt x="2090340" y="870633"/>
                  </a:lnTo>
                  <a:lnTo>
                    <a:pt x="2128346" y="830182"/>
                  </a:lnTo>
                  <a:lnTo>
                    <a:pt x="2166352" y="790232"/>
                  </a:lnTo>
                  <a:lnTo>
                    <a:pt x="2204359" y="750318"/>
                  </a:lnTo>
                  <a:lnTo>
                    <a:pt x="2242365" y="710493"/>
                  </a:lnTo>
                  <a:lnTo>
                    <a:pt x="2280371" y="670809"/>
                  </a:lnTo>
                  <a:lnTo>
                    <a:pt x="2318377" y="631321"/>
                  </a:lnTo>
                  <a:lnTo>
                    <a:pt x="2356383" y="592080"/>
                  </a:lnTo>
                  <a:lnTo>
                    <a:pt x="2394390" y="553139"/>
                  </a:lnTo>
                  <a:lnTo>
                    <a:pt x="2432396" y="514552"/>
                  </a:lnTo>
                  <a:lnTo>
                    <a:pt x="2470402" y="476372"/>
                  </a:lnTo>
                  <a:lnTo>
                    <a:pt x="2508408" y="438651"/>
                  </a:lnTo>
                  <a:lnTo>
                    <a:pt x="2546414" y="401442"/>
                  </a:lnTo>
                  <a:lnTo>
                    <a:pt x="2584421" y="364799"/>
                  </a:lnTo>
                  <a:lnTo>
                    <a:pt x="2622427" y="328774"/>
                  </a:lnTo>
                  <a:lnTo>
                    <a:pt x="2660433" y="293421"/>
                  </a:lnTo>
                  <a:lnTo>
                    <a:pt x="2698439" y="258791"/>
                  </a:lnTo>
                  <a:lnTo>
                    <a:pt x="2736445" y="224775"/>
                  </a:lnTo>
                  <a:lnTo>
                    <a:pt x="2774452" y="191250"/>
                  </a:lnTo>
                  <a:lnTo>
                    <a:pt x="2812458" y="158209"/>
                  </a:lnTo>
                  <a:lnTo>
                    <a:pt x="2850464" y="125645"/>
                  </a:lnTo>
                  <a:lnTo>
                    <a:pt x="2888470" y="93549"/>
                  </a:lnTo>
                  <a:lnTo>
                    <a:pt x="2926476" y="61914"/>
                  </a:lnTo>
                  <a:lnTo>
                    <a:pt x="2964483" y="30734"/>
                  </a:lnTo>
                  <a:lnTo>
                    <a:pt x="300248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2025-10-13T15:27:48Z</dcterms:modified>
  <cp:category/>
</cp:coreProperties>
</file>