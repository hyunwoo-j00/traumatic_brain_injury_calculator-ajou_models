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3413" y="534673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05698" y="529885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16236" y="527682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55963" y="50376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66706" y="487648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67475" y="436025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78567" y="37501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45413" y="283504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839753" y="248307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38626" y="21073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05423" y="2151822"/>
              <a:ext cx="2965213" cy="3249876"/>
            </a:xfrm>
            <a:custGeom>
              <a:avLst/>
              <a:pathLst>
                <a:path w="2965213" h="3249876">
                  <a:moveTo>
                    <a:pt x="0" y="3249876"/>
                  </a:moveTo>
                  <a:lnTo>
                    <a:pt x="37534" y="3229211"/>
                  </a:lnTo>
                  <a:lnTo>
                    <a:pt x="75068" y="3207123"/>
                  </a:lnTo>
                  <a:lnTo>
                    <a:pt x="112603" y="3183587"/>
                  </a:lnTo>
                  <a:lnTo>
                    <a:pt x="150137" y="3158576"/>
                  </a:lnTo>
                  <a:lnTo>
                    <a:pt x="187671" y="3132093"/>
                  </a:lnTo>
                  <a:lnTo>
                    <a:pt x="225206" y="3104199"/>
                  </a:lnTo>
                  <a:lnTo>
                    <a:pt x="262740" y="3074933"/>
                  </a:lnTo>
                  <a:lnTo>
                    <a:pt x="300274" y="3044192"/>
                  </a:lnTo>
                  <a:lnTo>
                    <a:pt x="337809" y="3012031"/>
                  </a:lnTo>
                  <a:lnTo>
                    <a:pt x="375343" y="2978530"/>
                  </a:lnTo>
                  <a:lnTo>
                    <a:pt x="412877" y="2943392"/>
                  </a:lnTo>
                  <a:lnTo>
                    <a:pt x="450412" y="2906125"/>
                  </a:lnTo>
                  <a:lnTo>
                    <a:pt x="487946" y="2867115"/>
                  </a:lnTo>
                  <a:lnTo>
                    <a:pt x="525480" y="2826774"/>
                  </a:lnTo>
                  <a:lnTo>
                    <a:pt x="563015" y="2785513"/>
                  </a:lnTo>
                  <a:lnTo>
                    <a:pt x="600549" y="2743708"/>
                  </a:lnTo>
                  <a:lnTo>
                    <a:pt x="638083" y="2700530"/>
                  </a:lnTo>
                  <a:lnTo>
                    <a:pt x="675618" y="2655707"/>
                  </a:lnTo>
                  <a:lnTo>
                    <a:pt x="713152" y="2609567"/>
                  </a:lnTo>
                  <a:lnTo>
                    <a:pt x="750686" y="2562435"/>
                  </a:lnTo>
                  <a:lnTo>
                    <a:pt x="788221" y="2514638"/>
                  </a:lnTo>
                  <a:lnTo>
                    <a:pt x="825755" y="2466503"/>
                  </a:lnTo>
                  <a:lnTo>
                    <a:pt x="863289" y="2418356"/>
                  </a:lnTo>
                  <a:lnTo>
                    <a:pt x="900824" y="2370523"/>
                  </a:lnTo>
                  <a:lnTo>
                    <a:pt x="938358" y="2323330"/>
                  </a:lnTo>
                  <a:lnTo>
                    <a:pt x="975892" y="2277105"/>
                  </a:lnTo>
                  <a:lnTo>
                    <a:pt x="1013427" y="2231832"/>
                  </a:lnTo>
                  <a:lnTo>
                    <a:pt x="1050961" y="2185822"/>
                  </a:lnTo>
                  <a:lnTo>
                    <a:pt x="1088495" y="2138876"/>
                  </a:lnTo>
                  <a:lnTo>
                    <a:pt x="1126030" y="2091088"/>
                  </a:lnTo>
                  <a:lnTo>
                    <a:pt x="1163564" y="2042552"/>
                  </a:lnTo>
                  <a:lnTo>
                    <a:pt x="1201098" y="1993361"/>
                  </a:lnTo>
                  <a:lnTo>
                    <a:pt x="1238633" y="1943608"/>
                  </a:lnTo>
                  <a:lnTo>
                    <a:pt x="1276167" y="1893388"/>
                  </a:lnTo>
                  <a:lnTo>
                    <a:pt x="1313701" y="1842793"/>
                  </a:lnTo>
                  <a:lnTo>
                    <a:pt x="1351236" y="1791916"/>
                  </a:lnTo>
                  <a:lnTo>
                    <a:pt x="1388770" y="1740853"/>
                  </a:lnTo>
                  <a:lnTo>
                    <a:pt x="1426305" y="1689695"/>
                  </a:lnTo>
                  <a:lnTo>
                    <a:pt x="1463839" y="1638536"/>
                  </a:lnTo>
                  <a:lnTo>
                    <a:pt x="1501373" y="1587471"/>
                  </a:lnTo>
                  <a:lnTo>
                    <a:pt x="1538908" y="1536141"/>
                  </a:lnTo>
                  <a:lnTo>
                    <a:pt x="1576442" y="1484048"/>
                  </a:lnTo>
                  <a:lnTo>
                    <a:pt x="1613976" y="1431390"/>
                  </a:lnTo>
                  <a:lnTo>
                    <a:pt x="1651511" y="1378367"/>
                  </a:lnTo>
                  <a:lnTo>
                    <a:pt x="1689045" y="1325183"/>
                  </a:lnTo>
                  <a:lnTo>
                    <a:pt x="1726579" y="1272040"/>
                  </a:lnTo>
                  <a:lnTo>
                    <a:pt x="1764114" y="1219140"/>
                  </a:lnTo>
                  <a:lnTo>
                    <a:pt x="1801648" y="1166686"/>
                  </a:lnTo>
                  <a:lnTo>
                    <a:pt x="1839182" y="1114880"/>
                  </a:lnTo>
                  <a:lnTo>
                    <a:pt x="1876717" y="1063925"/>
                  </a:lnTo>
                  <a:lnTo>
                    <a:pt x="1914251" y="1014024"/>
                  </a:lnTo>
                  <a:lnTo>
                    <a:pt x="1951785" y="965377"/>
                  </a:lnTo>
                  <a:lnTo>
                    <a:pt x="1989320" y="918189"/>
                  </a:lnTo>
                  <a:lnTo>
                    <a:pt x="2026854" y="872661"/>
                  </a:lnTo>
                  <a:lnTo>
                    <a:pt x="2064388" y="828997"/>
                  </a:lnTo>
                  <a:lnTo>
                    <a:pt x="2101923" y="786825"/>
                  </a:lnTo>
                  <a:lnTo>
                    <a:pt x="2139457" y="745074"/>
                  </a:lnTo>
                  <a:lnTo>
                    <a:pt x="2176991" y="703758"/>
                  </a:lnTo>
                  <a:lnTo>
                    <a:pt x="2214526" y="662927"/>
                  </a:lnTo>
                  <a:lnTo>
                    <a:pt x="2252060" y="622631"/>
                  </a:lnTo>
                  <a:lnTo>
                    <a:pt x="2289594" y="582920"/>
                  </a:lnTo>
                  <a:lnTo>
                    <a:pt x="2327129" y="543843"/>
                  </a:lnTo>
                  <a:lnTo>
                    <a:pt x="2364663" y="505450"/>
                  </a:lnTo>
                  <a:lnTo>
                    <a:pt x="2402197" y="467792"/>
                  </a:lnTo>
                  <a:lnTo>
                    <a:pt x="2439732" y="430917"/>
                  </a:lnTo>
                  <a:lnTo>
                    <a:pt x="2477266" y="394876"/>
                  </a:lnTo>
                  <a:lnTo>
                    <a:pt x="2514800" y="359718"/>
                  </a:lnTo>
                  <a:lnTo>
                    <a:pt x="2552335" y="325494"/>
                  </a:lnTo>
                  <a:lnTo>
                    <a:pt x="2589869" y="292199"/>
                  </a:lnTo>
                  <a:lnTo>
                    <a:pt x="2627403" y="259658"/>
                  </a:lnTo>
                  <a:lnTo>
                    <a:pt x="2664938" y="227854"/>
                  </a:lnTo>
                  <a:lnTo>
                    <a:pt x="2702472" y="196787"/>
                  </a:lnTo>
                  <a:lnTo>
                    <a:pt x="2740006" y="166458"/>
                  </a:lnTo>
                  <a:lnTo>
                    <a:pt x="2777541" y="136867"/>
                  </a:lnTo>
                  <a:lnTo>
                    <a:pt x="2815075" y="108015"/>
                  </a:lnTo>
                  <a:lnTo>
                    <a:pt x="2852610" y="79902"/>
                  </a:lnTo>
                  <a:lnTo>
                    <a:pt x="2890144" y="52528"/>
                  </a:lnTo>
                  <a:lnTo>
                    <a:pt x="2927678" y="25893"/>
                  </a:lnTo>
                  <a:lnTo>
                    <a:pt x="296521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68010" y="5393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38399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04129" y="5393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22384" y="510591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73873" y="50236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21606" y="424945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42294" y="36784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21338" y="26162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26145" y="234619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63287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00020" y="2104197"/>
              <a:ext cx="2995277" cy="3374770"/>
            </a:xfrm>
            <a:custGeom>
              <a:avLst/>
              <a:pathLst>
                <a:path w="2995277" h="3374770">
                  <a:moveTo>
                    <a:pt x="0" y="3374770"/>
                  </a:moveTo>
                  <a:lnTo>
                    <a:pt x="37914" y="3368201"/>
                  </a:lnTo>
                  <a:lnTo>
                    <a:pt x="75829" y="3357225"/>
                  </a:lnTo>
                  <a:lnTo>
                    <a:pt x="113744" y="3341842"/>
                  </a:lnTo>
                  <a:lnTo>
                    <a:pt x="151659" y="3322054"/>
                  </a:lnTo>
                  <a:lnTo>
                    <a:pt x="189574" y="3297876"/>
                  </a:lnTo>
                  <a:lnTo>
                    <a:pt x="227489" y="3269327"/>
                  </a:lnTo>
                  <a:lnTo>
                    <a:pt x="265404" y="3236360"/>
                  </a:lnTo>
                  <a:lnTo>
                    <a:pt x="303319" y="3198913"/>
                  </a:lnTo>
                  <a:lnTo>
                    <a:pt x="341234" y="3157126"/>
                  </a:lnTo>
                  <a:lnTo>
                    <a:pt x="379149" y="3110783"/>
                  </a:lnTo>
                  <a:lnTo>
                    <a:pt x="417063" y="3059118"/>
                  </a:lnTo>
                  <a:lnTo>
                    <a:pt x="454978" y="3002874"/>
                  </a:lnTo>
                  <a:lnTo>
                    <a:pt x="492893" y="2942911"/>
                  </a:lnTo>
                  <a:lnTo>
                    <a:pt x="530808" y="2878720"/>
                  </a:lnTo>
                  <a:lnTo>
                    <a:pt x="568723" y="2807178"/>
                  </a:lnTo>
                  <a:lnTo>
                    <a:pt x="606638" y="2730066"/>
                  </a:lnTo>
                  <a:lnTo>
                    <a:pt x="644553" y="2649558"/>
                  </a:lnTo>
                  <a:lnTo>
                    <a:pt x="682468" y="2567832"/>
                  </a:lnTo>
                  <a:lnTo>
                    <a:pt x="720383" y="2487062"/>
                  </a:lnTo>
                  <a:lnTo>
                    <a:pt x="758298" y="2409426"/>
                  </a:lnTo>
                  <a:lnTo>
                    <a:pt x="796212" y="2337097"/>
                  </a:lnTo>
                  <a:lnTo>
                    <a:pt x="834127" y="2272253"/>
                  </a:lnTo>
                  <a:lnTo>
                    <a:pt x="872042" y="2216211"/>
                  </a:lnTo>
                  <a:lnTo>
                    <a:pt x="909957" y="2164748"/>
                  </a:lnTo>
                  <a:lnTo>
                    <a:pt x="947872" y="2116578"/>
                  </a:lnTo>
                  <a:lnTo>
                    <a:pt x="985787" y="2071257"/>
                  </a:lnTo>
                  <a:lnTo>
                    <a:pt x="1023702" y="2028338"/>
                  </a:lnTo>
                  <a:lnTo>
                    <a:pt x="1061617" y="1987375"/>
                  </a:lnTo>
                  <a:lnTo>
                    <a:pt x="1099532" y="1947924"/>
                  </a:lnTo>
                  <a:lnTo>
                    <a:pt x="1137447" y="1909538"/>
                  </a:lnTo>
                  <a:lnTo>
                    <a:pt x="1175361" y="1871773"/>
                  </a:lnTo>
                  <a:lnTo>
                    <a:pt x="1213276" y="1834182"/>
                  </a:lnTo>
                  <a:lnTo>
                    <a:pt x="1251191" y="1796320"/>
                  </a:lnTo>
                  <a:lnTo>
                    <a:pt x="1289106" y="1757741"/>
                  </a:lnTo>
                  <a:lnTo>
                    <a:pt x="1327021" y="1718000"/>
                  </a:lnTo>
                  <a:lnTo>
                    <a:pt x="1364936" y="1676652"/>
                  </a:lnTo>
                  <a:lnTo>
                    <a:pt x="1402851" y="1633251"/>
                  </a:lnTo>
                  <a:lnTo>
                    <a:pt x="1440766" y="1587350"/>
                  </a:lnTo>
                  <a:lnTo>
                    <a:pt x="1478681" y="1538523"/>
                  </a:lnTo>
                  <a:lnTo>
                    <a:pt x="1516596" y="1488001"/>
                  </a:lnTo>
                  <a:lnTo>
                    <a:pt x="1554510" y="1436873"/>
                  </a:lnTo>
                  <a:lnTo>
                    <a:pt x="1592425" y="1385301"/>
                  </a:lnTo>
                  <a:lnTo>
                    <a:pt x="1630340" y="1333446"/>
                  </a:lnTo>
                  <a:lnTo>
                    <a:pt x="1668255" y="1281471"/>
                  </a:lnTo>
                  <a:lnTo>
                    <a:pt x="1706170" y="1229537"/>
                  </a:lnTo>
                  <a:lnTo>
                    <a:pt x="1744085" y="1177805"/>
                  </a:lnTo>
                  <a:lnTo>
                    <a:pt x="1782000" y="1126438"/>
                  </a:lnTo>
                  <a:lnTo>
                    <a:pt x="1819915" y="1075598"/>
                  </a:lnTo>
                  <a:lnTo>
                    <a:pt x="1857830" y="1025445"/>
                  </a:lnTo>
                  <a:lnTo>
                    <a:pt x="1895745" y="976142"/>
                  </a:lnTo>
                  <a:lnTo>
                    <a:pt x="1933659" y="927850"/>
                  </a:lnTo>
                  <a:lnTo>
                    <a:pt x="1971574" y="880732"/>
                  </a:lnTo>
                  <a:lnTo>
                    <a:pt x="2009489" y="834948"/>
                  </a:lnTo>
                  <a:lnTo>
                    <a:pt x="2047404" y="790662"/>
                  </a:lnTo>
                  <a:lnTo>
                    <a:pt x="2085319" y="748033"/>
                  </a:lnTo>
                  <a:lnTo>
                    <a:pt x="2123234" y="707225"/>
                  </a:lnTo>
                  <a:lnTo>
                    <a:pt x="2161149" y="668359"/>
                  </a:lnTo>
                  <a:lnTo>
                    <a:pt x="2199064" y="630321"/>
                  </a:lnTo>
                  <a:lnTo>
                    <a:pt x="2236979" y="592604"/>
                  </a:lnTo>
                  <a:lnTo>
                    <a:pt x="2274894" y="555283"/>
                  </a:lnTo>
                  <a:lnTo>
                    <a:pt x="2312808" y="518438"/>
                  </a:lnTo>
                  <a:lnTo>
                    <a:pt x="2350723" y="482144"/>
                  </a:lnTo>
                  <a:lnTo>
                    <a:pt x="2388638" y="446480"/>
                  </a:lnTo>
                  <a:lnTo>
                    <a:pt x="2426553" y="411523"/>
                  </a:lnTo>
                  <a:lnTo>
                    <a:pt x="2464468" y="377350"/>
                  </a:lnTo>
                  <a:lnTo>
                    <a:pt x="2502383" y="344038"/>
                  </a:lnTo>
                  <a:lnTo>
                    <a:pt x="2540298" y="311665"/>
                  </a:lnTo>
                  <a:lnTo>
                    <a:pt x="2578213" y="280308"/>
                  </a:lnTo>
                  <a:lnTo>
                    <a:pt x="2616128" y="250045"/>
                  </a:lnTo>
                  <a:lnTo>
                    <a:pt x="2654043" y="220952"/>
                  </a:lnTo>
                  <a:lnTo>
                    <a:pt x="2691958" y="192950"/>
                  </a:lnTo>
                  <a:lnTo>
                    <a:pt x="2729872" y="165830"/>
                  </a:lnTo>
                  <a:lnTo>
                    <a:pt x="2767787" y="139582"/>
                  </a:lnTo>
                  <a:lnTo>
                    <a:pt x="2805702" y="114198"/>
                  </a:lnTo>
                  <a:lnTo>
                    <a:pt x="2843617" y="89672"/>
                  </a:lnTo>
                  <a:lnTo>
                    <a:pt x="2881532" y="65997"/>
                  </a:lnTo>
                  <a:lnTo>
                    <a:pt x="2919447" y="43164"/>
                  </a:lnTo>
                  <a:lnTo>
                    <a:pt x="2957362" y="21168"/>
                  </a:lnTo>
                  <a:lnTo>
                    <a:pt x="2995277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2025-10-13T15:31:25Z</dcterms:modified>
  <cp:category/>
</cp:coreProperties>
</file>