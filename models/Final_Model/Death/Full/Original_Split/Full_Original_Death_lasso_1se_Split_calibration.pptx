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(N=2312, events=299)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099881" y="547180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20300" y="545690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39166" y="545690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61561" y="545690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189032" y="542724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31586" y="54124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18805" y="527894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504422" y="50861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33518" y="437427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320468" y="302054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31891" y="3052492"/>
              <a:ext cx="2220587" cy="2448641"/>
            </a:xfrm>
            <a:custGeom>
              <a:avLst/>
              <a:pathLst>
                <a:path w="2220587" h="2448641">
                  <a:moveTo>
                    <a:pt x="0" y="2448641"/>
                  </a:moveTo>
                  <a:lnTo>
                    <a:pt x="28108" y="2440224"/>
                  </a:lnTo>
                  <a:lnTo>
                    <a:pt x="56217" y="2429462"/>
                  </a:lnTo>
                  <a:lnTo>
                    <a:pt x="84326" y="2416941"/>
                  </a:lnTo>
                  <a:lnTo>
                    <a:pt x="112434" y="2401067"/>
                  </a:lnTo>
                  <a:lnTo>
                    <a:pt x="140543" y="2375895"/>
                  </a:lnTo>
                  <a:lnTo>
                    <a:pt x="168652" y="2339778"/>
                  </a:lnTo>
                  <a:lnTo>
                    <a:pt x="196760" y="2298057"/>
                  </a:lnTo>
                  <a:lnTo>
                    <a:pt x="224869" y="2256192"/>
                  </a:lnTo>
                  <a:lnTo>
                    <a:pt x="252978" y="2218646"/>
                  </a:lnTo>
                  <a:lnTo>
                    <a:pt x="281087" y="2185383"/>
                  </a:lnTo>
                  <a:lnTo>
                    <a:pt x="309195" y="2155421"/>
                  </a:lnTo>
                  <a:lnTo>
                    <a:pt x="337304" y="2127779"/>
                  </a:lnTo>
                  <a:lnTo>
                    <a:pt x="365413" y="2101475"/>
                  </a:lnTo>
                  <a:lnTo>
                    <a:pt x="393521" y="2075528"/>
                  </a:lnTo>
                  <a:lnTo>
                    <a:pt x="421630" y="2048835"/>
                  </a:lnTo>
                  <a:lnTo>
                    <a:pt x="449739" y="2020393"/>
                  </a:lnTo>
                  <a:lnTo>
                    <a:pt x="477848" y="1990233"/>
                  </a:lnTo>
                  <a:lnTo>
                    <a:pt x="505956" y="1958464"/>
                  </a:lnTo>
                  <a:lnTo>
                    <a:pt x="534065" y="1925195"/>
                  </a:lnTo>
                  <a:lnTo>
                    <a:pt x="562174" y="1890535"/>
                  </a:lnTo>
                  <a:lnTo>
                    <a:pt x="590282" y="1854594"/>
                  </a:lnTo>
                  <a:lnTo>
                    <a:pt x="618391" y="1817480"/>
                  </a:lnTo>
                  <a:lnTo>
                    <a:pt x="646500" y="1779303"/>
                  </a:lnTo>
                  <a:lnTo>
                    <a:pt x="674608" y="1740172"/>
                  </a:lnTo>
                  <a:lnTo>
                    <a:pt x="702717" y="1700195"/>
                  </a:lnTo>
                  <a:lnTo>
                    <a:pt x="730826" y="1659482"/>
                  </a:lnTo>
                  <a:lnTo>
                    <a:pt x="758935" y="1618142"/>
                  </a:lnTo>
                  <a:lnTo>
                    <a:pt x="787043" y="1576284"/>
                  </a:lnTo>
                  <a:lnTo>
                    <a:pt x="815152" y="1534018"/>
                  </a:lnTo>
                  <a:lnTo>
                    <a:pt x="843261" y="1491452"/>
                  </a:lnTo>
                  <a:lnTo>
                    <a:pt x="871369" y="1448695"/>
                  </a:lnTo>
                  <a:lnTo>
                    <a:pt x="899478" y="1405857"/>
                  </a:lnTo>
                  <a:lnTo>
                    <a:pt x="927587" y="1363046"/>
                  </a:lnTo>
                  <a:lnTo>
                    <a:pt x="955696" y="1320593"/>
                  </a:lnTo>
                  <a:lnTo>
                    <a:pt x="983804" y="1279015"/>
                  </a:lnTo>
                  <a:lnTo>
                    <a:pt x="1011913" y="1238310"/>
                  </a:lnTo>
                  <a:lnTo>
                    <a:pt x="1040022" y="1198454"/>
                  </a:lnTo>
                  <a:lnTo>
                    <a:pt x="1068130" y="1159426"/>
                  </a:lnTo>
                  <a:lnTo>
                    <a:pt x="1096239" y="1121203"/>
                  </a:lnTo>
                  <a:lnTo>
                    <a:pt x="1124348" y="1083764"/>
                  </a:lnTo>
                  <a:lnTo>
                    <a:pt x="1152456" y="1047086"/>
                  </a:lnTo>
                  <a:lnTo>
                    <a:pt x="1180565" y="1011148"/>
                  </a:lnTo>
                  <a:lnTo>
                    <a:pt x="1208674" y="975927"/>
                  </a:lnTo>
                  <a:lnTo>
                    <a:pt x="1236783" y="941402"/>
                  </a:lnTo>
                  <a:lnTo>
                    <a:pt x="1264891" y="907550"/>
                  </a:lnTo>
                  <a:lnTo>
                    <a:pt x="1293000" y="874350"/>
                  </a:lnTo>
                  <a:lnTo>
                    <a:pt x="1321109" y="841778"/>
                  </a:lnTo>
                  <a:lnTo>
                    <a:pt x="1349217" y="809815"/>
                  </a:lnTo>
                  <a:lnTo>
                    <a:pt x="1377326" y="778436"/>
                  </a:lnTo>
                  <a:lnTo>
                    <a:pt x="1405435" y="747621"/>
                  </a:lnTo>
                  <a:lnTo>
                    <a:pt x="1433544" y="717347"/>
                  </a:lnTo>
                  <a:lnTo>
                    <a:pt x="1461652" y="687593"/>
                  </a:lnTo>
                  <a:lnTo>
                    <a:pt x="1489761" y="658335"/>
                  </a:lnTo>
                  <a:lnTo>
                    <a:pt x="1517870" y="629553"/>
                  </a:lnTo>
                  <a:lnTo>
                    <a:pt x="1545978" y="601224"/>
                  </a:lnTo>
                  <a:lnTo>
                    <a:pt x="1574087" y="573326"/>
                  </a:lnTo>
                  <a:lnTo>
                    <a:pt x="1602196" y="545837"/>
                  </a:lnTo>
                  <a:lnTo>
                    <a:pt x="1630305" y="518735"/>
                  </a:lnTo>
                  <a:lnTo>
                    <a:pt x="1658413" y="491998"/>
                  </a:lnTo>
                  <a:lnTo>
                    <a:pt x="1686522" y="465604"/>
                  </a:lnTo>
                  <a:lnTo>
                    <a:pt x="1714631" y="439532"/>
                  </a:lnTo>
                  <a:lnTo>
                    <a:pt x="1742739" y="413758"/>
                  </a:lnTo>
                  <a:lnTo>
                    <a:pt x="1770848" y="388261"/>
                  </a:lnTo>
                  <a:lnTo>
                    <a:pt x="1798957" y="363019"/>
                  </a:lnTo>
                  <a:lnTo>
                    <a:pt x="1827065" y="338010"/>
                  </a:lnTo>
                  <a:lnTo>
                    <a:pt x="1855174" y="313211"/>
                  </a:lnTo>
                  <a:lnTo>
                    <a:pt x="1883283" y="288602"/>
                  </a:lnTo>
                  <a:lnTo>
                    <a:pt x="1911392" y="264159"/>
                  </a:lnTo>
                  <a:lnTo>
                    <a:pt x="1939500" y="239861"/>
                  </a:lnTo>
                  <a:lnTo>
                    <a:pt x="1967609" y="215686"/>
                  </a:lnTo>
                  <a:lnTo>
                    <a:pt x="1995718" y="191612"/>
                  </a:lnTo>
                  <a:lnTo>
                    <a:pt x="2023826" y="167616"/>
                  </a:lnTo>
                  <a:lnTo>
                    <a:pt x="2051935" y="143677"/>
                  </a:lnTo>
                  <a:lnTo>
                    <a:pt x="2080044" y="119773"/>
                  </a:lnTo>
                  <a:lnTo>
                    <a:pt x="2108153" y="95881"/>
                  </a:lnTo>
                  <a:lnTo>
                    <a:pt x="2136261" y="71980"/>
                  </a:lnTo>
                  <a:lnTo>
                    <a:pt x="2164370" y="48047"/>
                  </a:lnTo>
                  <a:lnTo>
                    <a:pt x="2192479" y="24061"/>
                  </a:lnTo>
                  <a:lnTo>
                    <a:pt x="2220587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(N=577, events=74)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01816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23718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40916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60695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193614" y="519123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44998" y="536636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33097" y="530936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514695" y="518605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104869" y="424617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493106" y="324204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33827" y="3273844"/>
              <a:ext cx="2391290" cy="2286655"/>
            </a:xfrm>
            <a:custGeom>
              <a:avLst/>
              <a:pathLst>
                <a:path w="2391290" h="2286655">
                  <a:moveTo>
                    <a:pt x="0" y="2286655"/>
                  </a:moveTo>
                  <a:lnTo>
                    <a:pt x="30269" y="2214771"/>
                  </a:lnTo>
                  <a:lnTo>
                    <a:pt x="60538" y="2148268"/>
                  </a:lnTo>
                  <a:lnTo>
                    <a:pt x="90808" y="2088083"/>
                  </a:lnTo>
                  <a:lnTo>
                    <a:pt x="121077" y="2057532"/>
                  </a:lnTo>
                  <a:lnTo>
                    <a:pt x="151347" y="2042427"/>
                  </a:lnTo>
                  <a:lnTo>
                    <a:pt x="181616" y="2055544"/>
                  </a:lnTo>
                  <a:lnTo>
                    <a:pt x="211886" y="2074335"/>
                  </a:lnTo>
                  <a:lnTo>
                    <a:pt x="242155" y="2071783"/>
                  </a:lnTo>
                  <a:lnTo>
                    <a:pt x="272425" y="2058407"/>
                  </a:lnTo>
                  <a:lnTo>
                    <a:pt x="302694" y="2040953"/>
                  </a:lnTo>
                  <a:lnTo>
                    <a:pt x="332964" y="2019464"/>
                  </a:lnTo>
                  <a:lnTo>
                    <a:pt x="363233" y="1993982"/>
                  </a:lnTo>
                  <a:lnTo>
                    <a:pt x="393503" y="1964551"/>
                  </a:lnTo>
                  <a:lnTo>
                    <a:pt x="423772" y="1931414"/>
                  </a:lnTo>
                  <a:lnTo>
                    <a:pt x="454042" y="1896846"/>
                  </a:lnTo>
                  <a:lnTo>
                    <a:pt x="484311" y="1861385"/>
                  </a:lnTo>
                  <a:lnTo>
                    <a:pt x="514581" y="1824918"/>
                  </a:lnTo>
                  <a:lnTo>
                    <a:pt x="544850" y="1787336"/>
                  </a:lnTo>
                  <a:lnTo>
                    <a:pt x="575120" y="1748525"/>
                  </a:lnTo>
                  <a:lnTo>
                    <a:pt x="605389" y="1708375"/>
                  </a:lnTo>
                  <a:lnTo>
                    <a:pt x="635659" y="1666775"/>
                  </a:lnTo>
                  <a:lnTo>
                    <a:pt x="665928" y="1623612"/>
                  </a:lnTo>
                  <a:lnTo>
                    <a:pt x="696198" y="1578775"/>
                  </a:lnTo>
                  <a:lnTo>
                    <a:pt x="726467" y="1532154"/>
                  </a:lnTo>
                  <a:lnTo>
                    <a:pt x="756737" y="1483636"/>
                  </a:lnTo>
                  <a:lnTo>
                    <a:pt x="787006" y="1433110"/>
                  </a:lnTo>
                  <a:lnTo>
                    <a:pt x="817276" y="1380465"/>
                  </a:lnTo>
                  <a:lnTo>
                    <a:pt x="847545" y="1325589"/>
                  </a:lnTo>
                  <a:lnTo>
                    <a:pt x="877815" y="1268370"/>
                  </a:lnTo>
                  <a:lnTo>
                    <a:pt x="908084" y="1208698"/>
                  </a:lnTo>
                  <a:lnTo>
                    <a:pt x="938354" y="1146460"/>
                  </a:lnTo>
                  <a:lnTo>
                    <a:pt x="968623" y="1081546"/>
                  </a:lnTo>
                  <a:lnTo>
                    <a:pt x="998893" y="1013843"/>
                  </a:lnTo>
                  <a:lnTo>
                    <a:pt x="1029162" y="945594"/>
                  </a:lnTo>
                  <a:lnTo>
                    <a:pt x="1059432" y="880613"/>
                  </a:lnTo>
                  <a:lnTo>
                    <a:pt x="1089701" y="818873"/>
                  </a:lnTo>
                  <a:lnTo>
                    <a:pt x="1119971" y="760287"/>
                  </a:lnTo>
                  <a:lnTo>
                    <a:pt x="1150240" y="704768"/>
                  </a:lnTo>
                  <a:lnTo>
                    <a:pt x="1180510" y="652230"/>
                  </a:lnTo>
                  <a:lnTo>
                    <a:pt x="1210779" y="602587"/>
                  </a:lnTo>
                  <a:lnTo>
                    <a:pt x="1241049" y="555751"/>
                  </a:lnTo>
                  <a:lnTo>
                    <a:pt x="1271318" y="511636"/>
                  </a:lnTo>
                  <a:lnTo>
                    <a:pt x="1301588" y="470155"/>
                  </a:lnTo>
                  <a:lnTo>
                    <a:pt x="1331857" y="431221"/>
                  </a:lnTo>
                  <a:lnTo>
                    <a:pt x="1362127" y="394749"/>
                  </a:lnTo>
                  <a:lnTo>
                    <a:pt x="1392396" y="360650"/>
                  </a:lnTo>
                  <a:lnTo>
                    <a:pt x="1422666" y="328839"/>
                  </a:lnTo>
                  <a:lnTo>
                    <a:pt x="1452935" y="299229"/>
                  </a:lnTo>
                  <a:lnTo>
                    <a:pt x="1483205" y="271732"/>
                  </a:lnTo>
                  <a:lnTo>
                    <a:pt x="1513474" y="246264"/>
                  </a:lnTo>
                  <a:lnTo>
                    <a:pt x="1543744" y="222736"/>
                  </a:lnTo>
                  <a:lnTo>
                    <a:pt x="1574013" y="201062"/>
                  </a:lnTo>
                  <a:lnTo>
                    <a:pt x="1604283" y="181155"/>
                  </a:lnTo>
                  <a:lnTo>
                    <a:pt x="1634552" y="162930"/>
                  </a:lnTo>
                  <a:lnTo>
                    <a:pt x="1664822" y="146298"/>
                  </a:lnTo>
                  <a:lnTo>
                    <a:pt x="1695091" y="131174"/>
                  </a:lnTo>
                  <a:lnTo>
                    <a:pt x="1725361" y="117470"/>
                  </a:lnTo>
                  <a:lnTo>
                    <a:pt x="1755630" y="105101"/>
                  </a:lnTo>
                  <a:lnTo>
                    <a:pt x="1785900" y="93978"/>
                  </a:lnTo>
                  <a:lnTo>
                    <a:pt x="1816169" y="84017"/>
                  </a:lnTo>
                  <a:lnTo>
                    <a:pt x="1846439" y="75129"/>
                  </a:lnTo>
                  <a:lnTo>
                    <a:pt x="1876708" y="67229"/>
                  </a:lnTo>
                  <a:lnTo>
                    <a:pt x="1906978" y="60230"/>
                  </a:lnTo>
                  <a:lnTo>
                    <a:pt x="1937247" y="54044"/>
                  </a:lnTo>
                  <a:lnTo>
                    <a:pt x="1967517" y="48586"/>
                  </a:lnTo>
                  <a:lnTo>
                    <a:pt x="1997786" y="43768"/>
                  </a:lnTo>
                  <a:lnTo>
                    <a:pt x="2028056" y="39505"/>
                  </a:lnTo>
                  <a:lnTo>
                    <a:pt x="2058325" y="35708"/>
                  </a:lnTo>
                  <a:lnTo>
                    <a:pt x="2088595" y="32293"/>
                  </a:lnTo>
                  <a:lnTo>
                    <a:pt x="2118864" y="29171"/>
                  </a:lnTo>
                  <a:lnTo>
                    <a:pt x="2149134" y="26256"/>
                  </a:lnTo>
                  <a:lnTo>
                    <a:pt x="2179403" y="23462"/>
                  </a:lnTo>
                  <a:lnTo>
                    <a:pt x="2209673" y="20702"/>
                  </a:lnTo>
                  <a:lnTo>
                    <a:pt x="2239942" y="17889"/>
                  </a:lnTo>
                  <a:lnTo>
                    <a:pt x="2270212" y="14937"/>
                  </a:lnTo>
                  <a:lnTo>
                    <a:pt x="2300481" y="11758"/>
                  </a:lnTo>
                  <a:lnTo>
                    <a:pt x="2330751" y="8267"/>
                  </a:lnTo>
                  <a:lnTo>
                    <a:pt x="2361020" y="4376"/>
                  </a:lnTo>
                  <a:lnTo>
                    <a:pt x="2391290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2025-10-13T14:47:59Z</dcterms:modified>
  <cp:category/>
</cp:coreProperties>
</file>