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91782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09583" y="5462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26394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46319" y="5439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75365" y="5439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20179" y="53557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05336" y="526133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97625" y="51546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56847" y="43959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386979" y="297348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23792" y="3005357"/>
              <a:ext cx="2295197" cy="2498894"/>
            </a:xfrm>
            <a:custGeom>
              <a:avLst/>
              <a:pathLst>
                <a:path w="2295197" h="2498894">
                  <a:moveTo>
                    <a:pt x="0" y="2498894"/>
                  </a:moveTo>
                  <a:lnTo>
                    <a:pt x="29053" y="2497105"/>
                  </a:lnTo>
                  <a:lnTo>
                    <a:pt x="58106" y="2481608"/>
                  </a:lnTo>
                  <a:lnTo>
                    <a:pt x="87159" y="2451790"/>
                  </a:lnTo>
                  <a:lnTo>
                    <a:pt x="116212" y="2409389"/>
                  </a:lnTo>
                  <a:lnTo>
                    <a:pt x="145265" y="2371323"/>
                  </a:lnTo>
                  <a:lnTo>
                    <a:pt x="174318" y="2333543"/>
                  </a:lnTo>
                  <a:lnTo>
                    <a:pt x="203371" y="2298364"/>
                  </a:lnTo>
                  <a:lnTo>
                    <a:pt x="232425" y="2269046"/>
                  </a:lnTo>
                  <a:lnTo>
                    <a:pt x="261478" y="2244461"/>
                  </a:lnTo>
                  <a:lnTo>
                    <a:pt x="290531" y="2224178"/>
                  </a:lnTo>
                  <a:lnTo>
                    <a:pt x="319584" y="2207953"/>
                  </a:lnTo>
                  <a:lnTo>
                    <a:pt x="348637" y="2195542"/>
                  </a:lnTo>
                  <a:lnTo>
                    <a:pt x="377690" y="2186703"/>
                  </a:lnTo>
                  <a:lnTo>
                    <a:pt x="406743" y="2181186"/>
                  </a:lnTo>
                  <a:lnTo>
                    <a:pt x="435796" y="2174130"/>
                  </a:lnTo>
                  <a:lnTo>
                    <a:pt x="464850" y="2161595"/>
                  </a:lnTo>
                  <a:lnTo>
                    <a:pt x="493903" y="2143915"/>
                  </a:lnTo>
                  <a:lnTo>
                    <a:pt x="522956" y="2121427"/>
                  </a:lnTo>
                  <a:lnTo>
                    <a:pt x="552009" y="2094463"/>
                  </a:lnTo>
                  <a:lnTo>
                    <a:pt x="581062" y="2063359"/>
                  </a:lnTo>
                  <a:lnTo>
                    <a:pt x="610115" y="2028450"/>
                  </a:lnTo>
                  <a:lnTo>
                    <a:pt x="639168" y="1990070"/>
                  </a:lnTo>
                  <a:lnTo>
                    <a:pt x="668221" y="1948553"/>
                  </a:lnTo>
                  <a:lnTo>
                    <a:pt x="697275" y="1904234"/>
                  </a:lnTo>
                  <a:lnTo>
                    <a:pt x="726328" y="1857448"/>
                  </a:lnTo>
                  <a:lnTo>
                    <a:pt x="755381" y="1808530"/>
                  </a:lnTo>
                  <a:lnTo>
                    <a:pt x="784434" y="1757813"/>
                  </a:lnTo>
                  <a:lnTo>
                    <a:pt x="813487" y="1705634"/>
                  </a:lnTo>
                  <a:lnTo>
                    <a:pt x="842540" y="1652325"/>
                  </a:lnTo>
                  <a:lnTo>
                    <a:pt x="871593" y="1598223"/>
                  </a:lnTo>
                  <a:lnTo>
                    <a:pt x="900647" y="1543661"/>
                  </a:lnTo>
                  <a:lnTo>
                    <a:pt x="929700" y="1488974"/>
                  </a:lnTo>
                  <a:lnTo>
                    <a:pt x="958753" y="1434497"/>
                  </a:lnTo>
                  <a:lnTo>
                    <a:pt x="987806" y="1380893"/>
                  </a:lnTo>
                  <a:lnTo>
                    <a:pt x="1016859" y="1329015"/>
                  </a:lnTo>
                  <a:lnTo>
                    <a:pt x="1045912" y="1278838"/>
                  </a:lnTo>
                  <a:lnTo>
                    <a:pt x="1074965" y="1230312"/>
                  </a:lnTo>
                  <a:lnTo>
                    <a:pt x="1104018" y="1183384"/>
                  </a:lnTo>
                  <a:lnTo>
                    <a:pt x="1133072" y="1138003"/>
                  </a:lnTo>
                  <a:lnTo>
                    <a:pt x="1162125" y="1094118"/>
                  </a:lnTo>
                  <a:lnTo>
                    <a:pt x="1191178" y="1051677"/>
                  </a:lnTo>
                  <a:lnTo>
                    <a:pt x="1220231" y="1010629"/>
                  </a:lnTo>
                  <a:lnTo>
                    <a:pt x="1249284" y="970921"/>
                  </a:lnTo>
                  <a:lnTo>
                    <a:pt x="1278337" y="932504"/>
                  </a:lnTo>
                  <a:lnTo>
                    <a:pt x="1307390" y="895324"/>
                  </a:lnTo>
                  <a:lnTo>
                    <a:pt x="1336443" y="859331"/>
                  </a:lnTo>
                  <a:lnTo>
                    <a:pt x="1365497" y="824473"/>
                  </a:lnTo>
                  <a:lnTo>
                    <a:pt x="1394550" y="790698"/>
                  </a:lnTo>
                  <a:lnTo>
                    <a:pt x="1423603" y="757956"/>
                  </a:lnTo>
                  <a:lnTo>
                    <a:pt x="1452656" y="726193"/>
                  </a:lnTo>
                  <a:lnTo>
                    <a:pt x="1481709" y="695360"/>
                  </a:lnTo>
                  <a:lnTo>
                    <a:pt x="1510762" y="665404"/>
                  </a:lnTo>
                  <a:lnTo>
                    <a:pt x="1539815" y="636274"/>
                  </a:lnTo>
                  <a:lnTo>
                    <a:pt x="1568868" y="607918"/>
                  </a:lnTo>
                  <a:lnTo>
                    <a:pt x="1597922" y="580286"/>
                  </a:lnTo>
                  <a:lnTo>
                    <a:pt x="1626975" y="553324"/>
                  </a:lnTo>
                  <a:lnTo>
                    <a:pt x="1656028" y="526982"/>
                  </a:lnTo>
                  <a:lnTo>
                    <a:pt x="1685081" y="501209"/>
                  </a:lnTo>
                  <a:lnTo>
                    <a:pt x="1714134" y="475952"/>
                  </a:lnTo>
                  <a:lnTo>
                    <a:pt x="1743187" y="451161"/>
                  </a:lnTo>
                  <a:lnTo>
                    <a:pt x="1772240" y="426783"/>
                  </a:lnTo>
                  <a:lnTo>
                    <a:pt x="1801294" y="402768"/>
                  </a:lnTo>
                  <a:lnTo>
                    <a:pt x="1830347" y="379063"/>
                  </a:lnTo>
                  <a:lnTo>
                    <a:pt x="1859400" y="355617"/>
                  </a:lnTo>
                  <a:lnTo>
                    <a:pt x="1888453" y="332379"/>
                  </a:lnTo>
                  <a:lnTo>
                    <a:pt x="1917506" y="309298"/>
                  </a:lnTo>
                  <a:lnTo>
                    <a:pt x="1946559" y="286320"/>
                  </a:lnTo>
                  <a:lnTo>
                    <a:pt x="1975612" y="263396"/>
                  </a:lnTo>
                  <a:lnTo>
                    <a:pt x="2004665" y="240474"/>
                  </a:lnTo>
                  <a:lnTo>
                    <a:pt x="2033719" y="217501"/>
                  </a:lnTo>
                  <a:lnTo>
                    <a:pt x="2062772" y="194427"/>
                  </a:lnTo>
                  <a:lnTo>
                    <a:pt x="2091825" y="171200"/>
                  </a:lnTo>
                  <a:lnTo>
                    <a:pt x="2120878" y="147769"/>
                  </a:lnTo>
                  <a:lnTo>
                    <a:pt x="2149931" y="124081"/>
                  </a:lnTo>
                  <a:lnTo>
                    <a:pt x="2178984" y="100086"/>
                  </a:lnTo>
                  <a:lnTo>
                    <a:pt x="2208037" y="75732"/>
                  </a:lnTo>
                  <a:lnTo>
                    <a:pt x="2237090" y="50967"/>
                  </a:lnTo>
                  <a:lnTo>
                    <a:pt x="2266144" y="25740"/>
                  </a:lnTo>
                  <a:lnTo>
                    <a:pt x="229519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2025-10-13T14:47:27Z</dcterms:modified>
  <cp:category/>
</cp:coreProperties>
</file>