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(N=2312, events=299)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098930" y="547180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18205" y="547173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36351" y="544207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58876" y="544207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188348" y="544207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34810" y="536792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21083" y="529377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517940" y="513063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062410" y="432978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281958" y="305007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30940" y="3081926"/>
              <a:ext cx="2183027" cy="2419291"/>
            </a:xfrm>
            <a:custGeom>
              <a:avLst/>
              <a:pathLst>
                <a:path w="2183027" h="2419291">
                  <a:moveTo>
                    <a:pt x="0" y="2419291"/>
                  </a:moveTo>
                  <a:lnTo>
                    <a:pt x="27633" y="2412283"/>
                  </a:lnTo>
                  <a:lnTo>
                    <a:pt x="55266" y="2399973"/>
                  </a:lnTo>
                  <a:lnTo>
                    <a:pt x="82899" y="2382118"/>
                  </a:lnTo>
                  <a:lnTo>
                    <a:pt x="110533" y="2356472"/>
                  </a:lnTo>
                  <a:lnTo>
                    <a:pt x="138166" y="2329106"/>
                  </a:lnTo>
                  <a:lnTo>
                    <a:pt x="165799" y="2300232"/>
                  </a:lnTo>
                  <a:lnTo>
                    <a:pt x="193432" y="2270329"/>
                  </a:lnTo>
                  <a:lnTo>
                    <a:pt x="221066" y="2243818"/>
                  </a:lnTo>
                  <a:lnTo>
                    <a:pt x="248699" y="2220544"/>
                  </a:lnTo>
                  <a:lnTo>
                    <a:pt x="276332" y="2196945"/>
                  </a:lnTo>
                  <a:lnTo>
                    <a:pt x="303965" y="2173305"/>
                  </a:lnTo>
                  <a:lnTo>
                    <a:pt x="331599" y="2149911"/>
                  </a:lnTo>
                  <a:lnTo>
                    <a:pt x="359232" y="2127054"/>
                  </a:lnTo>
                  <a:lnTo>
                    <a:pt x="386865" y="2105021"/>
                  </a:lnTo>
                  <a:lnTo>
                    <a:pt x="414498" y="2084102"/>
                  </a:lnTo>
                  <a:lnTo>
                    <a:pt x="442132" y="2063026"/>
                  </a:lnTo>
                  <a:lnTo>
                    <a:pt x="469765" y="2039157"/>
                  </a:lnTo>
                  <a:lnTo>
                    <a:pt x="497398" y="2012569"/>
                  </a:lnTo>
                  <a:lnTo>
                    <a:pt x="525032" y="1983394"/>
                  </a:lnTo>
                  <a:lnTo>
                    <a:pt x="552665" y="1951765"/>
                  </a:lnTo>
                  <a:lnTo>
                    <a:pt x="580298" y="1917814"/>
                  </a:lnTo>
                  <a:lnTo>
                    <a:pt x="607931" y="1881674"/>
                  </a:lnTo>
                  <a:lnTo>
                    <a:pt x="635565" y="1843477"/>
                  </a:lnTo>
                  <a:lnTo>
                    <a:pt x="663198" y="1803355"/>
                  </a:lnTo>
                  <a:lnTo>
                    <a:pt x="690831" y="1761442"/>
                  </a:lnTo>
                  <a:lnTo>
                    <a:pt x="718464" y="1717869"/>
                  </a:lnTo>
                  <a:lnTo>
                    <a:pt x="746098" y="1672768"/>
                  </a:lnTo>
                  <a:lnTo>
                    <a:pt x="773731" y="1626274"/>
                  </a:lnTo>
                  <a:lnTo>
                    <a:pt x="801364" y="1578516"/>
                  </a:lnTo>
                  <a:lnTo>
                    <a:pt x="828997" y="1529630"/>
                  </a:lnTo>
                  <a:lnTo>
                    <a:pt x="856631" y="1479745"/>
                  </a:lnTo>
                  <a:lnTo>
                    <a:pt x="884264" y="1428996"/>
                  </a:lnTo>
                  <a:lnTo>
                    <a:pt x="911897" y="1377515"/>
                  </a:lnTo>
                  <a:lnTo>
                    <a:pt x="939531" y="1325433"/>
                  </a:lnTo>
                  <a:lnTo>
                    <a:pt x="967164" y="1272903"/>
                  </a:lnTo>
                  <a:lnTo>
                    <a:pt x="994797" y="1221349"/>
                  </a:lnTo>
                  <a:lnTo>
                    <a:pt x="1022430" y="1171555"/>
                  </a:lnTo>
                  <a:lnTo>
                    <a:pt x="1050064" y="1123471"/>
                  </a:lnTo>
                  <a:lnTo>
                    <a:pt x="1077697" y="1077046"/>
                  </a:lnTo>
                  <a:lnTo>
                    <a:pt x="1105330" y="1032229"/>
                  </a:lnTo>
                  <a:lnTo>
                    <a:pt x="1132963" y="988971"/>
                  </a:lnTo>
                  <a:lnTo>
                    <a:pt x="1160597" y="947220"/>
                  </a:lnTo>
                  <a:lnTo>
                    <a:pt x="1188230" y="906926"/>
                  </a:lnTo>
                  <a:lnTo>
                    <a:pt x="1215863" y="868038"/>
                  </a:lnTo>
                  <a:lnTo>
                    <a:pt x="1243496" y="830505"/>
                  </a:lnTo>
                  <a:lnTo>
                    <a:pt x="1271130" y="794278"/>
                  </a:lnTo>
                  <a:lnTo>
                    <a:pt x="1298763" y="759306"/>
                  </a:lnTo>
                  <a:lnTo>
                    <a:pt x="1326396" y="725537"/>
                  </a:lnTo>
                  <a:lnTo>
                    <a:pt x="1354030" y="692922"/>
                  </a:lnTo>
                  <a:lnTo>
                    <a:pt x="1381663" y="661410"/>
                  </a:lnTo>
                  <a:lnTo>
                    <a:pt x="1409296" y="630950"/>
                  </a:lnTo>
                  <a:lnTo>
                    <a:pt x="1436929" y="601492"/>
                  </a:lnTo>
                  <a:lnTo>
                    <a:pt x="1464563" y="572985"/>
                  </a:lnTo>
                  <a:lnTo>
                    <a:pt x="1492196" y="545378"/>
                  </a:lnTo>
                  <a:lnTo>
                    <a:pt x="1519829" y="518622"/>
                  </a:lnTo>
                  <a:lnTo>
                    <a:pt x="1547462" y="492665"/>
                  </a:lnTo>
                  <a:lnTo>
                    <a:pt x="1575096" y="467457"/>
                  </a:lnTo>
                  <a:lnTo>
                    <a:pt x="1602729" y="442947"/>
                  </a:lnTo>
                  <a:lnTo>
                    <a:pt x="1630362" y="419085"/>
                  </a:lnTo>
                  <a:lnTo>
                    <a:pt x="1657995" y="395820"/>
                  </a:lnTo>
                  <a:lnTo>
                    <a:pt x="1685629" y="373102"/>
                  </a:lnTo>
                  <a:lnTo>
                    <a:pt x="1713262" y="350880"/>
                  </a:lnTo>
                  <a:lnTo>
                    <a:pt x="1740895" y="329103"/>
                  </a:lnTo>
                  <a:lnTo>
                    <a:pt x="1768529" y="307722"/>
                  </a:lnTo>
                  <a:lnTo>
                    <a:pt x="1796162" y="286684"/>
                  </a:lnTo>
                  <a:lnTo>
                    <a:pt x="1823795" y="265941"/>
                  </a:lnTo>
                  <a:lnTo>
                    <a:pt x="1851428" y="245440"/>
                  </a:lnTo>
                  <a:lnTo>
                    <a:pt x="1879062" y="225133"/>
                  </a:lnTo>
                  <a:lnTo>
                    <a:pt x="1906695" y="204967"/>
                  </a:lnTo>
                  <a:lnTo>
                    <a:pt x="1934328" y="184893"/>
                  </a:lnTo>
                  <a:lnTo>
                    <a:pt x="1961961" y="164860"/>
                  </a:lnTo>
                  <a:lnTo>
                    <a:pt x="1989595" y="144817"/>
                  </a:lnTo>
                  <a:lnTo>
                    <a:pt x="2017228" y="124714"/>
                  </a:lnTo>
                  <a:lnTo>
                    <a:pt x="2044861" y="104500"/>
                  </a:lnTo>
                  <a:lnTo>
                    <a:pt x="2072494" y="84125"/>
                  </a:lnTo>
                  <a:lnTo>
                    <a:pt x="2100128" y="63538"/>
                  </a:lnTo>
                  <a:lnTo>
                    <a:pt x="2127761" y="42688"/>
                  </a:lnTo>
                  <a:lnTo>
                    <a:pt x="2155394" y="21526"/>
                  </a:lnTo>
                  <a:lnTo>
                    <a:pt x="2183027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(N=577, events=74)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101196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22805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37650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58000" y="542750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194262" y="525030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39480" y="542646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25528" y="513216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532133" y="524615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112352" y="424617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457812" y="330110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33207" y="3292086"/>
              <a:ext cx="2356615" cy="2267606"/>
            </a:xfrm>
            <a:custGeom>
              <a:avLst/>
              <a:pathLst>
                <a:path w="2356615" h="2267606">
                  <a:moveTo>
                    <a:pt x="0" y="2267606"/>
                  </a:moveTo>
                  <a:lnTo>
                    <a:pt x="29830" y="2186850"/>
                  </a:lnTo>
                  <a:lnTo>
                    <a:pt x="59661" y="2125212"/>
                  </a:lnTo>
                  <a:lnTo>
                    <a:pt x="89491" y="2078510"/>
                  </a:lnTo>
                  <a:lnTo>
                    <a:pt x="119322" y="2082335"/>
                  </a:lnTo>
                  <a:lnTo>
                    <a:pt x="149152" y="2058626"/>
                  </a:lnTo>
                  <a:lnTo>
                    <a:pt x="178983" y="2018142"/>
                  </a:lnTo>
                  <a:lnTo>
                    <a:pt x="208814" y="1943222"/>
                  </a:lnTo>
                  <a:lnTo>
                    <a:pt x="238644" y="1816668"/>
                  </a:lnTo>
                  <a:lnTo>
                    <a:pt x="268475" y="1741490"/>
                  </a:lnTo>
                  <a:lnTo>
                    <a:pt x="298305" y="1725604"/>
                  </a:lnTo>
                  <a:lnTo>
                    <a:pt x="328136" y="1754073"/>
                  </a:lnTo>
                  <a:lnTo>
                    <a:pt x="357966" y="1811955"/>
                  </a:lnTo>
                  <a:lnTo>
                    <a:pt x="387797" y="1884313"/>
                  </a:lnTo>
                  <a:lnTo>
                    <a:pt x="417628" y="1956206"/>
                  </a:lnTo>
                  <a:lnTo>
                    <a:pt x="447458" y="2013680"/>
                  </a:lnTo>
                  <a:lnTo>
                    <a:pt x="477289" y="2053054"/>
                  </a:lnTo>
                  <a:lnTo>
                    <a:pt x="507119" y="2075569"/>
                  </a:lnTo>
                  <a:lnTo>
                    <a:pt x="536950" y="2082358"/>
                  </a:lnTo>
                  <a:lnTo>
                    <a:pt x="566780" y="2074554"/>
                  </a:lnTo>
                  <a:lnTo>
                    <a:pt x="596611" y="2053292"/>
                  </a:lnTo>
                  <a:lnTo>
                    <a:pt x="626442" y="2019704"/>
                  </a:lnTo>
                  <a:lnTo>
                    <a:pt x="656272" y="1974924"/>
                  </a:lnTo>
                  <a:lnTo>
                    <a:pt x="686103" y="1920087"/>
                  </a:lnTo>
                  <a:lnTo>
                    <a:pt x="715933" y="1856325"/>
                  </a:lnTo>
                  <a:lnTo>
                    <a:pt x="745764" y="1784772"/>
                  </a:lnTo>
                  <a:lnTo>
                    <a:pt x="775594" y="1706562"/>
                  </a:lnTo>
                  <a:lnTo>
                    <a:pt x="805425" y="1622828"/>
                  </a:lnTo>
                  <a:lnTo>
                    <a:pt x="835256" y="1534704"/>
                  </a:lnTo>
                  <a:lnTo>
                    <a:pt x="865086" y="1443323"/>
                  </a:lnTo>
                  <a:lnTo>
                    <a:pt x="894917" y="1349820"/>
                  </a:lnTo>
                  <a:lnTo>
                    <a:pt x="924747" y="1255328"/>
                  </a:lnTo>
                  <a:lnTo>
                    <a:pt x="954578" y="1160980"/>
                  </a:lnTo>
                  <a:lnTo>
                    <a:pt x="984408" y="1067910"/>
                  </a:lnTo>
                  <a:lnTo>
                    <a:pt x="1014239" y="977261"/>
                  </a:lnTo>
                  <a:lnTo>
                    <a:pt x="1044070" y="890954"/>
                  </a:lnTo>
                  <a:lnTo>
                    <a:pt x="1073900" y="809727"/>
                  </a:lnTo>
                  <a:lnTo>
                    <a:pt x="1103731" y="733431"/>
                  </a:lnTo>
                  <a:lnTo>
                    <a:pt x="1133561" y="661920"/>
                  </a:lnTo>
                  <a:lnTo>
                    <a:pt x="1163392" y="595047"/>
                  </a:lnTo>
                  <a:lnTo>
                    <a:pt x="1193222" y="532667"/>
                  </a:lnTo>
                  <a:lnTo>
                    <a:pt x="1223053" y="474631"/>
                  </a:lnTo>
                  <a:lnTo>
                    <a:pt x="1252884" y="420795"/>
                  </a:lnTo>
                  <a:lnTo>
                    <a:pt x="1282714" y="371010"/>
                  </a:lnTo>
                  <a:lnTo>
                    <a:pt x="1312545" y="325131"/>
                  </a:lnTo>
                  <a:lnTo>
                    <a:pt x="1342375" y="283011"/>
                  </a:lnTo>
                  <a:lnTo>
                    <a:pt x="1372206" y="244503"/>
                  </a:lnTo>
                  <a:lnTo>
                    <a:pt x="1402036" y="209461"/>
                  </a:lnTo>
                  <a:lnTo>
                    <a:pt x="1431867" y="177737"/>
                  </a:lnTo>
                  <a:lnTo>
                    <a:pt x="1461698" y="149186"/>
                  </a:lnTo>
                  <a:lnTo>
                    <a:pt x="1491528" y="123661"/>
                  </a:lnTo>
                  <a:lnTo>
                    <a:pt x="1521359" y="101015"/>
                  </a:lnTo>
                  <a:lnTo>
                    <a:pt x="1551189" y="81102"/>
                  </a:lnTo>
                  <a:lnTo>
                    <a:pt x="1581020" y="63774"/>
                  </a:lnTo>
                  <a:lnTo>
                    <a:pt x="1610850" y="48886"/>
                  </a:lnTo>
                  <a:lnTo>
                    <a:pt x="1640681" y="36290"/>
                  </a:lnTo>
                  <a:lnTo>
                    <a:pt x="1670512" y="25840"/>
                  </a:lnTo>
                  <a:lnTo>
                    <a:pt x="1700342" y="17390"/>
                  </a:lnTo>
                  <a:lnTo>
                    <a:pt x="1730173" y="10793"/>
                  </a:lnTo>
                  <a:lnTo>
                    <a:pt x="1760003" y="5902"/>
                  </a:lnTo>
                  <a:lnTo>
                    <a:pt x="1789834" y="2570"/>
                  </a:lnTo>
                  <a:lnTo>
                    <a:pt x="1819664" y="652"/>
                  </a:lnTo>
                  <a:lnTo>
                    <a:pt x="1849495" y="0"/>
                  </a:lnTo>
                  <a:lnTo>
                    <a:pt x="1879326" y="467"/>
                  </a:lnTo>
                  <a:lnTo>
                    <a:pt x="1909156" y="1908"/>
                  </a:lnTo>
                  <a:lnTo>
                    <a:pt x="1938987" y="4175"/>
                  </a:lnTo>
                  <a:lnTo>
                    <a:pt x="1968817" y="7122"/>
                  </a:lnTo>
                  <a:lnTo>
                    <a:pt x="1998648" y="10603"/>
                  </a:lnTo>
                  <a:lnTo>
                    <a:pt x="2028478" y="14470"/>
                  </a:lnTo>
                  <a:lnTo>
                    <a:pt x="2058309" y="18577"/>
                  </a:lnTo>
                  <a:lnTo>
                    <a:pt x="2088140" y="22778"/>
                  </a:lnTo>
                  <a:lnTo>
                    <a:pt x="2117970" y="26926"/>
                  </a:lnTo>
                  <a:lnTo>
                    <a:pt x="2147801" y="30874"/>
                  </a:lnTo>
                  <a:lnTo>
                    <a:pt x="2177631" y="34475"/>
                  </a:lnTo>
                  <a:lnTo>
                    <a:pt x="2207462" y="37583"/>
                  </a:lnTo>
                  <a:lnTo>
                    <a:pt x="2237292" y="40052"/>
                  </a:lnTo>
                  <a:lnTo>
                    <a:pt x="2267123" y="41735"/>
                  </a:lnTo>
                  <a:lnTo>
                    <a:pt x="2296954" y="42484"/>
                  </a:lnTo>
                  <a:lnTo>
                    <a:pt x="2326784" y="42155"/>
                  </a:lnTo>
                  <a:lnTo>
                    <a:pt x="2356615" y="40599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2025-10-13T14:48:57Z</dcterms:modified>
  <cp:category/>
</cp:coreProperties>
</file>