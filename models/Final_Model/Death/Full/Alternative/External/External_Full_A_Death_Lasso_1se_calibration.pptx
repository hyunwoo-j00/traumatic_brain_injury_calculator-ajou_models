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9008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0251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14380" y="53438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32127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53121" y="52069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186274" y="53438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233737" y="49971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319484" y="455873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3547252" y="46475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535708" y="35289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22098" y="3561268"/>
              <a:ext cx="1445620" cy="1971839"/>
            </a:xfrm>
            <a:custGeom>
              <a:avLst/>
              <a:pathLst>
                <a:path w="1445620" h="1971839">
                  <a:moveTo>
                    <a:pt x="0" y="1971839"/>
                  </a:moveTo>
                  <a:lnTo>
                    <a:pt x="18298" y="1901352"/>
                  </a:lnTo>
                  <a:lnTo>
                    <a:pt x="36597" y="1840761"/>
                  </a:lnTo>
                  <a:lnTo>
                    <a:pt x="54896" y="1794572"/>
                  </a:lnTo>
                  <a:lnTo>
                    <a:pt x="73195" y="1771743"/>
                  </a:lnTo>
                  <a:lnTo>
                    <a:pt x="91494" y="1744902"/>
                  </a:lnTo>
                  <a:lnTo>
                    <a:pt x="109793" y="1675865"/>
                  </a:lnTo>
                  <a:lnTo>
                    <a:pt x="128092" y="1591861"/>
                  </a:lnTo>
                  <a:lnTo>
                    <a:pt x="146391" y="1504002"/>
                  </a:lnTo>
                  <a:lnTo>
                    <a:pt x="164690" y="1410514"/>
                  </a:lnTo>
                  <a:lnTo>
                    <a:pt x="182989" y="1308584"/>
                  </a:lnTo>
                  <a:lnTo>
                    <a:pt x="201288" y="1200022"/>
                  </a:lnTo>
                  <a:lnTo>
                    <a:pt x="219587" y="1086639"/>
                  </a:lnTo>
                  <a:lnTo>
                    <a:pt x="237886" y="973555"/>
                  </a:lnTo>
                  <a:lnTo>
                    <a:pt x="256185" y="884144"/>
                  </a:lnTo>
                  <a:lnTo>
                    <a:pt x="274484" y="820750"/>
                  </a:lnTo>
                  <a:lnTo>
                    <a:pt x="292783" y="781106"/>
                  </a:lnTo>
                  <a:lnTo>
                    <a:pt x="311082" y="762943"/>
                  </a:lnTo>
                  <a:lnTo>
                    <a:pt x="329381" y="763993"/>
                  </a:lnTo>
                  <a:lnTo>
                    <a:pt x="347680" y="781989"/>
                  </a:lnTo>
                  <a:lnTo>
                    <a:pt x="365979" y="814663"/>
                  </a:lnTo>
                  <a:lnTo>
                    <a:pt x="384278" y="859747"/>
                  </a:lnTo>
                  <a:lnTo>
                    <a:pt x="402577" y="914972"/>
                  </a:lnTo>
                  <a:lnTo>
                    <a:pt x="420876" y="978072"/>
                  </a:lnTo>
                  <a:lnTo>
                    <a:pt x="439175" y="1046777"/>
                  </a:lnTo>
                  <a:lnTo>
                    <a:pt x="457474" y="1118820"/>
                  </a:lnTo>
                  <a:lnTo>
                    <a:pt x="475773" y="1188483"/>
                  </a:lnTo>
                  <a:lnTo>
                    <a:pt x="494072" y="1251921"/>
                  </a:lnTo>
                  <a:lnTo>
                    <a:pt x="512371" y="1309297"/>
                  </a:lnTo>
                  <a:lnTo>
                    <a:pt x="530670" y="1360772"/>
                  </a:lnTo>
                  <a:lnTo>
                    <a:pt x="548969" y="1406510"/>
                  </a:lnTo>
                  <a:lnTo>
                    <a:pt x="567268" y="1446673"/>
                  </a:lnTo>
                  <a:lnTo>
                    <a:pt x="585567" y="1481422"/>
                  </a:lnTo>
                  <a:lnTo>
                    <a:pt x="603866" y="1510921"/>
                  </a:lnTo>
                  <a:lnTo>
                    <a:pt x="622165" y="1535332"/>
                  </a:lnTo>
                  <a:lnTo>
                    <a:pt x="640464" y="1554816"/>
                  </a:lnTo>
                  <a:lnTo>
                    <a:pt x="658763" y="1569537"/>
                  </a:lnTo>
                  <a:lnTo>
                    <a:pt x="677062" y="1579657"/>
                  </a:lnTo>
                  <a:lnTo>
                    <a:pt x="695361" y="1585338"/>
                  </a:lnTo>
                  <a:lnTo>
                    <a:pt x="713660" y="1586742"/>
                  </a:lnTo>
                  <a:lnTo>
                    <a:pt x="731959" y="1584032"/>
                  </a:lnTo>
                  <a:lnTo>
                    <a:pt x="750258" y="1577370"/>
                  </a:lnTo>
                  <a:lnTo>
                    <a:pt x="768557" y="1566919"/>
                  </a:lnTo>
                  <a:lnTo>
                    <a:pt x="786856" y="1552840"/>
                  </a:lnTo>
                  <a:lnTo>
                    <a:pt x="805155" y="1535297"/>
                  </a:lnTo>
                  <a:lnTo>
                    <a:pt x="823454" y="1514452"/>
                  </a:lnTo>
                  <a:lnTo>
                    <a:pt x="841753" y="1490466"/>
                  </a:lnTo>
                  <a:lnTo>
                    <a:pt x="860052" y="1463503"/>
                  </a:lnTo>
                  <a:lnTo>
                    <a:pt x="878351" y="1433724"/>
                  </a:lnTo>
                  <a:lnTo>
                    <a:pt x="896650" y="1401292"/>
                  </a:lnTo>
                  <a:lnTo>
                    <a:pt x="914949" y="1366370"/>
                  </a:lnTo>
                  <a:lnTo>
                    <a:pt x="933248" y="1329120"/>
                  </a:lnTo>
                  <a:lnTo>
                    <a:pt x="951547" y="1289703"/>
                  </a:lnTo>
                  <a:lnTo>
                    <a:pt x="969846" y="1248283"/>
                  </a:lnTo>
                  <a:lnTo>
                    <a:pt x="988145" y="1205022"/>
                  </a:lnTo>
                  <a:lnTo>
                    <a:pt x="1006444" y="1160082"/>
                  </a:lnTo>
                  <a:lnTo>
                    <a:pt x="1024743" y="1113626"/>
                  </a:lnTo>
                  <a:lnTo>
                    <a:pt x="1043042" y="1065815"/>
                  </a:lnTo>
                  <a:lnTo>
                    <a:pt x="1061341" y="1016813"/>
                  </a:lnTo>
                  <a:lnTo>
                    <a:pt x="1079640" y="966781"/>
                  </a:lnTo>
                  <a:lnTo>
                    <a:pt x="1097939" y="915882"/>
                  </a:lnTo>
                  <a:lnTo>
                    <a:pt x="1116238" y="864279"/>
                  </a:lnTo>
                  <a:lnTo>
                    <a:pt x="1134537" y="812133"/>
                  </a:lnTo>
                  <a:lnTo>
                    <a:pt x="1152836" y="759607"/>
                  </a:lnTo>
                  <a:lnTo>
                    <a:pt x="1171135" y="706864"/>
                  </a:lnTo>
                  <a:lnTo>
                    <a:pt x="1189434" y="654065"/>
                  </a:lnTo>
                  <a:lnTo>
                    <a:pt x="1207733" y="601373"/>
                  </a:lnTo>
                  <a:lnTo>
                    <a:pt x="1226032" y="548951"/>
                  </a:lnTo>
                  <a:lnTo>
                    <a:pt x="1244331" y="496961"/>
                  </a:lnTo>
                  <a:lnTo>
                    <a:pt x="1262630" y="445565"/>
                  </a:lnTo>
                  <a:lnTo>
                    <a:pt x="1280929" y="394925"/>
                  </a:lnTo>
                  <a:lnTo>
                    <a:pt x="1299228" y="345204"/>
                  </a:lnTo>
                  <a:lnTo>
                    <a:pt x="1317527" y="296564"/>
                  </a:lnTo>
                  <a:lnTo>
                    <a:pt x="1335826" y="249168"/>
                  </a:lnTo>
                  <a:lnTo>
                    <a:pt x="1354125" y="203178"/>
                  </a:lnTo>
                  <a:lnTo>
                    <a:pt x="1372424" y="158757"/>
                  </a:lnTo>
                  <a:lnTo>
                    <a:pt x="1390723" y="116065"/>
                  </a:lnTo>
                  <a:lnTo>
                    <a:pt x="1409022" y="75267"/>
                  </a:lnTo>
                  <a:lnTo>
                    <a:pt x="1427321" y="36525"/>
                  </a:lnTo>
                  <a:lnTo>
                    <a:pt x="1445620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2025-10-13T14:50:56Z</dcterms:modified>
  <cp:category/>
</cp:coreProperties>
</file>