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92126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09721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26603" y="5462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48227" y="5439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77029" y="5439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22437" y="53319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09354" y="53087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12402" y="51190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67381" y="43722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351140" y="30208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24136" y="3052803"/>
              <a:ext cx="2259013" cy="2451599"/>
            </a:xfrm>
            <a:custGeom>
              <a:avLst/>
              <a:pathLst>
                <a:path w="2259013" h="2451599">
                  <a:moveTo>
                    <a:pt x="0" y="2451599"/>
                  </a:moveTo>
                  <a:lnTo>
                    <a:pt x="28595" y="2448657"/>
                  </a:lnTo>
                  <a:lnTo>
                    <a:pt x="57190" y="2431613"/>
                  </a:lnTo>
                  <a:lnTo>
                    <a:pt x="85785" y="2399821"/>
                  </a:lnTo>
                  <a:lnTo>
                    <a:pt x="114380" y="2353707"/>
                  </a:lnTo>
                  <a:lnTo>
                    <a:pt x="142975" y="2320695"/>
                  </a:lnTo>
                  <a:lnTo>
                    <a:pt x="171570" y="2296982"/>
                  </a:lnTo>
                  <a:lnTo>
                    <a:pt x="200165" y="2285049"/>
                  </a:lnTo>
                  <a:lnTo>
                    <a:pt x="228760" y="2289031"/>
                  </a:lnTo>
                  <a:lnTo>
                    <a:pt x="257355" y="2282826"/>
                  </a:lnTo>
                  <a:lnTo>
                    <a:pt x="285951" y="2262730"/>
                  </a:lnTo>
                  <a:lnTo>
                    <a:pt x="314546" y="2232637"/>
                  </a:lnTo>
                  <a:lnTo>
                    <a:pt x="343141" y="2196442"/>
                  </a:lnTo>
                  <a:lnTo>
                    <a:pt x="371736" y="2158041"/>
                  </a:lnTo>
                  <a:lnTo>
                    <a:pt x="400331" y="2121329"/>
                  </a:lnTo>
                  <a:lnTo>
                    <a:pt x="428926" y="2089765"/>
                  </a:lnTo>
                  <a:lnTo>
                    <a:pt x="457521" y="2059361"/>
                  </a:lnTo>
                  <a:lnTo>
                    <a:pt x="486116" y="2028105"/>
                  </a:lnTo>
                  <a:lnTo>
                    <a:pt x="514711" y="1995987"/>
                  </a:lnTo>
                  <a:lnTo>
                    <a:pt x="543307" y="1962996"/>
                  </a:lnTo>
                  <a:lnTo>
                    <a:pt x="571902" y="1929123"/>
                  </a:lnTo>
                  <a:lnTo>
                    <a:pt x="600497" y="1894357"/>
                  </a:lnTo>
                  <a:lnTo>
                    <a:pt x="629092" y="1858689"/>
                  </a:lnTo>
                  <a:lnTo>
                    <a:pt x="657687" y="1822107"/>
                  </a:lnTo>
                  <a:lnTo>
                    <a:pt x="686282" y="1784602"/>
                  </a:lnTo>
                  <a:lnTo>
                    <a:pt x="714877" y="1746163"/>
                  </a:lnTo>
                  <a:lnTo>
                    <a:pt x="743472" y="1706780"/>
                  </a:lnTo>
                  <a:lnTo>
                    <a:pt x="772067" y="1666444"/>
                  </a:lnTo>
                  <a:lnTo>
                    <a:pt x="800662" y="1625143"/>
                  </a:lnTo>
                  <a:lnTo>
                    <a:pt x="829258" y="1582867"/>
                  </a:lnTo>
                  <a:lnTo>
                    <a:pt x="857853" y="1539607"/>
                  </a:lnTo>
                  <a:lnTo>
                    <a:pt x="886448" y="1495352"/>
                  </a:lnTo>
                  <a:lnTo>
                    <a:pt x="915043" y="1450092"/>
                  </a:lnTo>
                  <a:lnTo>
                    <a:pt x="943638" y="1403817"/>
                  </a:lnTo>
                  <a:lnTo>
                    <a:pt x="972233" y="1356516"/>
                  </a:lnTo>
                  <a:lnTo>
                    <a:pt x="1000828" y="1309131"/>
                  </a:lnTo>
                  <a:lnTo>
                    <a:pt x="1029423" y="1263050"/>
                  </a:lnTo>
                  <a:lnTo>
                    <a:pt x="1058018" y="1218249"/>
                  </a:lnTo>
                  <a:lnTo>
                    <a:pt x="1086614" y="1174690"/>
                  </a:lnTo>
                  <a:lnTo>
                    <a:pt x="1115209" y="1132338"/>
                  </a:lnTo>
                  <a:lnTo>
                    <a:pt x="1143804" y="1091153"/>
                  </a:lnTo>
                  <a:lnTo>
                    <a:pt x="1172399" y="1051100"/>
                  </a:lnTo>
                  <a:lnTo>
                    <a:pt x="1200994" y="1012142"/>
                  </a:lnTo>
                  <a:lnTo>
                    <a:pt x="1229589" y="974240"/>
                  </a:lnTo>
                  <a:lnTo>
                    <a:pt x="1258184" y="937357"/>
                  </a:lnTo>
                  <a:lnTo>
                    <a:pt x="1286779" y="901458"/>
                  </a:lnTo>
                  <a:lnTo>
                    <a:pt x="1315374" y="866503"/>
                  </a:lnTo>
                  <a:lnTo>
                    <a:pt x="1343970" y="832457"/>
                  </a:lnTo>
                  <a:lnTo>
                    <a:pt x="1372565" y="799282"/>
                  </a:lnTo>
                  <a:lnTo>
                    <a:pt x="1401160" y="766941"/>
                  </a:lnTo>
                  <a:lnTo>
                    <a:pt x="1429755" y="735396"/>
                  </a:lnTo>
                  <a:lnTo>
                    <a:pt x="1458350" y="704611"/>
                  </a:lnTo>
                  <a:lnTo>
                    <a:pt x="1486945" y="674548"/>
                  </a:lnTo>
                  <a:lnTo>
                    <a:pt x="1515540" y="645170"/>
                  </a:lnTo>
                  <a:lnTo>
                    <a:pt x="1544135" y="616440"/>
                  </a:lnTo>
                  <a:lnTo>
                    <a:pt x="1572730" y="588321"/>
                  </a:lnTo>
                  <a:lnTo>
                    <a:pt x="1601325" y="560775"/>
                  </a:lnTo>
                  <a:lnTo>
                    <a:pt x="1629921" y="533766"/>
                  </a:lnTo>
                  <a:lnTo>
                    <a:pt x="1658516" y="507256"/>
                  </a:lnTo>
                  <a:lnTo>
                    <a:pt x="1687111" y="481208"/>
                  </a:lnTo>
                  <a:lnTo>
                    <a:pt x="1715706" y="455584"/>
                  </a:lnTo>
                  <a:lnTo>
                    <a:pt x="1744301" y="430348"/>
                  </a:lnTo>
                  <a:lnTo>
                    <a:pt x="1772896" y="405463"/>
                  </a:lnTo>
                  <a:lnTo>
                    <a:pt x="1801491" y="380891"/>
                  </a:lnTo>
                  <a:lnTo>
                    <a:pt x="1830086" y="356595"/>
                  </a:lnTo>
                  <a:lnTo>
                    <a:pt x="1858681" y="332538"/>
                  </a:lnTo>
                  <a:lnTo>
                    <a:pt x="1887277" y="308683"/>
                  </a:lnTo>
                  <a:lnTo>
                    <a:pt x="1915872" y="284992"/>
                  </a:lnTo>
                  <a:lnTo>
                    <a:pt x="1944467" y="261428"/>
                  </a:lnTo>
                  <a:lnTo>
                    <a:pt x="1973062" y="237955"/>
                  </a:lnTo>
                  <a:lnTo>
                    <a:pt x="2001657" y="214534"/>
                  </a:lnTo>
                  <a:lnTo>
                    <a:pt x="2030252" y="191130"/>
                  </a:lnTo>
                  <a:lnTo>
                    <a:pt x="2058847" y="167704"/>
                  </a:lnTo>
                  <a:lnTo>
                    <a:pt x="2087442" y="144219"/>
                  </a:lnTo>
                  <a:lnTo>
                    <a:pt x="2116037" y="120639"/>
                  </a:lnTo>
                  <a:lnTo>
                    <a:pt x="2144633" y="96926"/>
                  </a:lnTo>
                  <a:lnTo>
                    <a:pt x="2173228" y="73042"/>
                  </a:lnTo>
                  <a:lnTo>
                    <a:pt x="2201823" y="48952"/>
                  </a:lnTo>
                  <a:lnTo>
                    <a:pt x="2230418" y="24616"/>
                  </a:lnTo>
                  <a:lnTo>
                    <a:pt x="225901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2025-10-13T14:48:26Z</dcterms:modified>
  <cp:category/>
</cp:coreProperties>
</file>