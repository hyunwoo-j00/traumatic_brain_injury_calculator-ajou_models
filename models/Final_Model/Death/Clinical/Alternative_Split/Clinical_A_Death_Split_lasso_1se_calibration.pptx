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(N=2312, events=299)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51305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68164" y="544392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80645" y="54272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4162" y="54400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30159" y="54272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90136" y="52798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65183" y="524927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38685" y="493545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47600" y="43446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956256" y="34044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83315" y="3436636"/>
              <a:ext cx="1804951" cy="2060238"/>
            </a:xfrm>
            <a:custGeom>
              <a:avLst/>
              <a:pathLst>
                <a:path w="1804951" h="2060238">
                  <a:moveTo>
                    <a:pt x="0" y="2060238"/>
                  </a:moveTo>
                  <a:lnTo>
                    <a:pt x="22847" y="2050705"/>
                  </a:lnTo>
                  <a:lnTo>
                    <a:pt x="45694" y="2035010"/>
                  </a:lnTo>
                  <a:lnTo>
                    <a:pt x="68542" y="2014727"/>
                  </a:lnTo>
                  <a:lnTo>
                    <a:pt x="91389" y="1982020"/>
                  </a:lnTo>
                  <a:lnTo>
                    <a:pt x="114237" y="1938796"/>
                  </a:lnTo>
                  <a:lnTo>
                    <a:pt x="137084" y="1901602"/>
                  </a:lnTo>
                  <a:lnTo>
                    <a:pt x="159932" y="1877370"/>
                  </a:lnTo>
                  <a:lnTo>
                    <a:pt x="182779" y="1856305"/>
                  </a:lnTo>
                  <a:lnTo>
                    <a:pt x="205627" y="1833906"/>
                  </a:lnTo>
                  <a:lnTo>
                    <a:pt x="228474" y="1806802"/>
                  </a:lnTo>
                  <a:lnTo>
                    <a:pt x="251322" y="1776406"/>
                  </a:lnTo>
                  <a:lnTo>
                    <a:pt x="274169" y="1742957"/>
                  </a:lnTo>
                  <a:lnTo>
                    <a:pt x="297017" y="1706451"/>
                  </a:lnTo>
                  <a:lnTo>
                    <a:pt x="319864" y="1666881"/>
                  </a:lnTo>
                  <a:lnTo>
                    <a:pt x="342712" y="1624239"/>
                  </a:lnTo>
                  <a:lnTo>
                    <a:pt x="365559" y="1578519"/>
                  </a:lnTo>
                  <a:lnTo>
                    <a:pt x="388407" y="1529721"/>
                  </a:lnTo>
                  <a:lnTo>
                    <a:pt x="411254" y="1481430"/>
                  </a:lnTo>
                  <a:lnTo>
                    <a:pt x="434102" y="1436524"/>
                  </a:lnTo>
                  <a:lnTo>
                    <a:pt x="456949" y="1394803"/>
                  </a:lnTo>
                  <a:lnTo>
                    <a:pt x="479797" y="1356070"/>
                  </a:lnTo>
                  <a:lnTo>
                    <a:pt x="502644" y="1320127"/>
                  </a:lnTo>
                  <a:lnTo>
                    <a:pt x="525492" y="1286776"/>
                  </a:lnTo>
                  <a:lnTo>
                    <a:pt x="548339" y="1255820"/>
                  </a:lnTo>
                  <a:lnTo>
                    <a:pt x="571187" y="1227060"/>
                  </a:lnTo>
                  <a:lnTo>
                    <a:pt x="594034" y="1200300"/>
                  </a:lnTo>
                  <a:lnTo>
                    <a:pt x="616882" y="1175339"/>
                  </a:lnTo>
                  <a:lnTo>
                    <a:pt x="639729" y="1151982"/>
                  </a:lnTo>
                  <a:lnTo>
                    <a:pt x="662577" y="1130030"/>
                  </a:lnTo>
                  <a:lnTo>
                    <a:pt x="685424" y="1109284"/>
                  </a:lnTo>
                  <a:lnTo>
                    <a:pt x="708272" y="1089548"/>
                  </a:lnTo>
                  <a:lnTo>
                    <a:pt x="731119" y="1070624"/>
                  </a:lnTo>
                  <a:lnTo>
                    <a:pt x="753967" y="1052313"/>
                  </a:lnTo>
                  <a:lnTo>
                    <a:pt x="776814" y="1034417"/>
                  </a:lnTo>
                  <a:lnTo>
                    <a:pt x="799662" y="1016739"/>
                  </a:lnTo>
                  <a:lnTo>
                    <a:pt x="822509" y="999081"/>
                  </a:lnTo>
                  <a:lnTo>
                    <a:pt x="845357" y="981245"/>
                  </a:lnTo>
                  <a:lnTo>
                    <a:pt x="868204" y="963033"/>
                  </a:lnTo>
                  <a:lnTo>
                    <a:pt x="891051" y="944247"/>
                  </a:lnTo>
                  <a:lnTo>
                    <a:pt x="913899" y="924786"/>
                  </a:lnTo>
                  <a:lnTo>
                    <a:pt x="936746" y="904785"/>
                  </a:lnTo>
                  <a:lnTo>
                    <a:pt x="959594" y="884278"/>
                  </a:lnTo>
                  <a:lnTo>
                    <a:pt x="982441" y="863290"/>
                  </a:lnTo>
                  <a:lnTo>
                    <a:pt x="1005289" y="841845"/>
                  </a:lnTo>
                  <a:lnTo>
                    <a:pt x="1028136" y="819968"/>
                  </a:lnTo>
                  <a:lnTo>
                    <a:pt x="1050984" y="797687"/>
                  </a:lnTo>
                  <a:lnTo>
                    <a:pt x="1073831" y="775024"/>
                  </a:lnTo>
                  <a:lnTo>
                    <a:pt x="1096679" y="752006"/>
                  </a:lnTo>
                  <a:lnTo>
                    <a:pt x="1119526" y="728659"/>
                  </a:lnTo>
                  <a:lnTo>
                    <a:pt x="1142374" y="705006"/>
                  </a:lnTo>
                  <a:lnTo>
                    <a:pt x="1165221" y="681074"/>
                  </a:lnTo>
                  <a:lnTo>
                    <a:pt x="1188069" y="656887"/>
                  </a:lnTo>
                  <a:lnTo>
                    <a:pt x="1210916" y="632472"/>
                  </a:lnTo>
                  <a:lnTo>
                    <a:pt x="1233764" y="607852"/>
                  </a:lnTo>
                  <a:lnTo>
                    <a:pt x="1256611" y="583055"/>
                  </a:lnTo>
                  <a:lnTo>
                    <a:pt x="1279459" y="558103"/>
                  </a:lnTo>
                  <a:lnTo>
                    <a:pt x="1302306" y="533024"/>
                  </a:lnTo>
                  <a:lnTo>
                    <a:pt x="1325154" y="507842"/>
                  </a:lnTo>
                  <a:lnTo>
                    <a:pt x="1348001" y="482583"/>
                  </a:lnTo>
                  <a:lnTo>
                    <a:pt x="1370849" y="457271"/>
                  </a:lnTo>
                  <a:lnTo>
                    <a:pt x="1393696" y="431932"/>
                  </a:lnTo>
                  <a:lnTo>
                    <a:pt x="1416544" y="406592"/>
                  </a:lnTo>
                  <a:lnTo>
                    <a:pt x="1439391" y="381274"/>
                  </a:lnTo>
                  <a:lnTo>
                    <a:pt x="1462239" y="356006"/>
                  </a:lnTo>
                  <a:lnTo>
                    <a:pt x="1485086" y="330812"/>
                  </a:lnTo>
                  <a:lnTo>
                    <a:pt x="1507934" y="305716"/>
                  </a:lnTo>
                  <a:lnTo>
                    <a:pt x="1530781" y="280746"/>
                  </a:lnTo>
                  <a:lnTo>
                    <a:pt x="1553629" y="255925"/>
                  </a:lnTo>
                  <a:lnTo>
                    <a:pt x="1576476" y="231279"/>
                  </a:lnTo>
                  <a:lnTo>
                    <a:pt x="1599324" y="206833"/>
                  </a:lnTo>
                  <a:lnTo>
                    <a:pt x="1622171" y="182613"/>
                  </a:lnTo>
                  <a:lnTo>
                    <a:pt x="1645019" y="158644"/>
                  </a:lnTo>
                  <a:lnTo>
                    <a:pt x="1667866" y="134950"/>
                  </a:lnTo>
                  <a:lnTo>
                    <a:pt x="1690714" y="111558"/>
                  </a:lnTo>
                  <a:lnTo>
                    <a:pt x="1713561" y="88492"/>
                  </a:lnTo>
                  <a:lnTo>
                    <a:pt x="1736408" y="65778"/>
                  </a:lnTo>
                  <a:lnTo>
                    <a:pt x="1759256" y="43441"/>
                  </a:lnTo>
                  <a:lnTo>
                    <a:pt x="1782103" y="21507"/>
                  </a:lnTo>
                  <a:lnTo>
                    <a:pt x="1804951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(N=577, events=74)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5276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6948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82175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97853" y="53684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40382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99846" y="52503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79806" y="50658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60460" y="48254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06344" y="467365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946421" y="33228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84779" y="3355533"/>
              <a:ext cx="1793652" cy="2151106"/>
            </a:xfrm>
            <a:custGeom>
              <a:avLst/>
              <a:pathLst>
                <a:path w="1793652" h="2151106">
                  <a:moveTo>
                    <a:pt x="0" y="2151106"/>
                  </a:moveTo>
                  <a:lnTo>
                    <a:pt x="22704" y="2149151"/>
                  </a:lnTo>
                  <a:lnTo>
                    <a:pt x="45408" y="2139997"/>
                  </a:lnTo>
                  <a:lnTo>
                    <a:pt x="68113" y="2123080"/>
                  </a:lnTo>
                  <a:lnTo>
                    <a:pt x="90817" y="2092915"/>
                  </a:lnTo>
                  <a:lnTo>
                    <a:pt x="113522" y="2048355"/>
                  </a:lnTo>
                  <a:lnTo>
                    <a:pt x="136226" y="1996443"/>
                  </a:lnTo>
                  <a:lnTo>
                    <a:pt x="158931" y="1938671"/>
                  </a:lnTo>
                  <a:lnTo>
                    <a:pt x="181635" y="1870233"/>
                  </a:lnTo>
                  <a:lnTo>
                    <a:pt x="204340" y="1801153"/>
                  </a:lnTo>
                  <a:lnTo>
                    <a:pt x="227044" y="1743566"/>
                  </a:lnTo>
                  <a:lnTo>
                    <a:pt x="249749" y="1697924"/>
                  </a:lnTo>
                  <a:lnTo>
                    <a:pt x="272453" y="1656621"/>
                  </a:lnTo>
                  <a:lnTo>
                    <a:pt x="295157" y="1619683"/>
                  </a:lnTo>
                  <a:lnTo>
                    <a:pt x="317862" y="1587136"/>
                  </a:lnTo>
                  <a:lnTo>
                    <a:pt x="340566" y="1559004"/>
                  </a:lnTo>
                  <a:lnTo>
                    <a:pt x="363271" y="1535313"/>
                  </a:lnTo>
                  <a:lnTo>
                    <a:pt x="385975" y="1516090"/>
                  </a:lnTo>
                  <a:lnTo>
                    <a:pt x="408680" y="1501353"/>
                  </a:lnTo>
                  <a:lnTo>
                    <a:pt x="431384" y="1488265"/>
                  </a:lnTo>
                  <a:lnTo>
                    <a:pt x="454089" y="1474555"/>
                  </a:lnTo>
                  <a:lnTo>
                    <a:pt x="476793" y="1460428"/>
                  </a:lnTo>
                  <a:lnTo>
                    <a:pt x="499498" y="1446088"/>
                  </a:lnTo>
                  <a:lnTo>
                    <a:pt x="522202" y="1431741"/>
                  </a:lnTo>
                  <a:lnTo>
                    <a:pt x="544907" y="1417591"/>
                  </a:lnTo>
                  <a:lnTo>
                    <a:pt x="567611" y="1403842"/>
                  </a:lnTo>
                  <a:lnTo>
                    <a:pt x="590315" y="1390700"/>
                  </a:lnTo>
                  <a:lnTo>
                    <a:pt x="613020" y="1378369"/>
                  </a:lnTo>
                  <a:lnTo>
                    <a:pt x="635724" y="1367053"/>
                  </a:lnTo>
                  <a:lnTo>
                    <a:pt x="658429" y="1356958"/>
                  </a:lnTo>
                  <a:lnTo>
                    <a:pt x="681133" y="1348289"/>
                  </a:lnTo>
                  <a:lnTo>
                    <a:pt x="703838" y="1341249"/>
                  </a:lnTo>
                  <a:lnTo>
                    <a:pt x="726542" y="1336043"/>
                  </a:lnTo>
                  <a:lnTo>
                    <a:pt x="749247" y="1332877"/>
                  </a:lnTo>
                  <a:lnTo>
                    <a:pt x="771951" y="1331955"/>
                  </a:lnTo>
                  <a:lnTo>
                    <a:pt x="794656" y="1333482"/>
                  </a:lnTo>
                  <a:lnTo>
                    <a:pt x="817360" y="1337662"/>
                  </a:lnTo>
                  <a:lnTo>
                    <a:pt x="840064" y="1344700"/>
                  </a:lnTo>
                  <a:lnTo>
                    <a:pt x="862769" y="1354255"/>
                  </a:lnTo>
                  <a:lnTo>
                    <a:pt x="885473" y="1361569"/>
                  </a:lnTo>
                  <a:lnTo>
                    <a:pt x="908178" y="1365569"/>
                  </a:lnTo>
                  <a:lnTo>
                    <a:pt x="930882" y="1366355"/>
                  </a:lnTo>
                  <a:lnTo>
                    <a:pt x="953587" y="1364027"/>
                  </a:lnTo>
                  <a:lnTo>
                    <a:pt x="976291" y="1358685"/>
                  </a:lnTo>
                  <a:lnTo>
                    <a:pt x="998996" y="1350427"/>
                  </a:lnTo>
                  <a:lnTo>
                    <a:pt x="1021700" y="1339355"/>
                  </a:lnTo>
                  <a:lnTo>
                    <a:pt x="1044405" y="1325568"/>
                  </a:lnTo>
                  <a:lnTo>
                    <a:pt x="1067109" y="1309165"/>
                  </a:lnTo>
                  <a:lnTo>
                    <a:pt x="1089814" y="1290246"/>
                  </a:lnTo>
                  <a:lnTo>
                    <a:pt x="1112518" y="1268912"/>
                  </a:lnTo>
                  <a:lnTo>
                    <a:pt x="1135222" y="1245260"/>
                  </a:lnTo>
                  <a:lnTo>
                    <a:pt x="1157927" y="1219392"/>
                  </a:lnTo>
                  <a:lnTo>
                    <a:pt x="1180631" y="1191408"/>
                  </a:lnTo>
                  <a:lnTo>
                    <a:pt x="1203336" y="1161406"/>
                  </a:lnTo>
                  <a:lnTo>
                    <a:pt x="1226040" y="1129486"/>
                  </a:lnTo>
                  <a:lnTo>
                    <a:pt x="1248745" y="1095749"/>
                  </a:lnTo>
                  <a:lnTo>
                    <a:pt x="1271449" y="1060294"/>
                  </a:lnTo>
                  <a:lnTo>
                    <a:pt x="1294154" y="1023220"/>
                  </a:lnTo>
                  <a:lnTo>
                    <a:pt x="1316858" y="984628"/>
                  </a:lnTo>
                  <a:lnTo>
                    <a:pt x="1339563" y="944617"/>
                  </a:lnTo>
                  <a:lnTo>
                    <a:pt x="1362267" y="903287"/>
                  </a:lnTo>
                  <a:lnTo>
                    <a:pt x="1384972" y="860737"/>
                  </a:lnTo>
                  <a:lnTo>
                    <a:pt x="1407676" y="817067"/>
                  </a:lnTo>
                  <a:lnTo>
                    <a:pt x="1430380" y="772378"/>
                  </a:lnTo>
                  <a:lnTo>
                    <a:pt x="1453085" y="726768"/>
                  </a:lnTo>
                  <a:lnTo>
                    <a:pt x="1475789" y="680338"/>
                  </a:lnTo>
                  <a:lnTo>
                    <a:pt x="1498494" y="633187"/>
                  </a:lnTo>
                  <a:lnTo>
                    <a:pt x="1521198" y="585415"/>
                  </a:lnTo>
                  <a:lnTo>
                    <a:pt x="1543903" y="537121"/>
                  </a:lnTo>
                  <a:lnTo>
                    <a:pt x="1566607" y="488406"/>
                  </a:lnTo>
                  <a:lnTo>
                    <a:pt x="1589312" y="439368"/>
                  </a:lnTo>
                  <a:lnTo>
                    <a:pt x="1612016" y="390109"/>
                  </a:lnTo>
                  <a:lnTo>
                    <a:pt x="1634721" y="340727"/>
                  </a:lnTo>
                  <a:lnTo>
                    <a:pt x="1657425" y="291322"/>
                  </a:lnTo>
                  <a:lnTo>
                    <a:pt x="1680129" y="241994"/>
                  </a:lnTo>
                  <a:lnTo>
                    <a:pt x="1702834" y="192843"/>
                  </a:lnTo>
                  <a:lnTo>
                    <a:pt x="1725538" y="143968"/>
                  </a:lnTo>
                  <a:lnTo>
                    <a:pt x="1748243" y="95470"/>
                  </a:lnTo>
                  <a:lnTo>
                    <a:pt x="1770947" y="47447"/>
                  </a:lnTo>
                  <a:lnTo>
                    <a:pt x="179365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2025-10-13T14:44:12Z</dcterms:modified>
  <cp:category/>
</cp:coreProperties>
</file>