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Calibration: Train (N=2889, events=373)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2369493" y="1600200"/>
              <a:ext cx="4405012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2930145" y="509034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2930145" y="4233881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930145" y="337741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2930145" y="2520952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3529671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438613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5242600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609906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2930145" y="551857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2930145" y="466211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2930145" y="380564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2930145" y="294918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2930145" y="209271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310143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395790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481436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567083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6527297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2930145" y="1921426"/>
              <a:ext cx="3768445" cy="3768445"/>
            </a:xfrm>
            <a:custGeom>
              <a:avLst/>
              <a:pathLst>
                <a:path w="3768445" h="3768445">
                  <a:moveTo>
                    <a:pt x="0" y="3768445"/>
                  </a:move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t24"/>
            <p:cNvSpPr/>
            <p:nvPr/>
          </p:nvSpPr>
          <p:spPr>
            <a:xfrm>
              <a:off x="3120284" y="5474714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5"/>
            <p:cNvSpPr/>
            <p:nvPr/>
          </p:nvSpPr>
          <p:spPr>
            <a:xfrm>
              <a:off x="3142433" y="5463342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6"/>
            <p:cNvSpPr/>
            <p:nvPr/>
          </p:nvSpPr>
          <p:spPr>
            <a:xfrm>
              <a:off x="3160417" y="5439639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7"/>
            <p:cNvSpPr/>
            <p:nvPr/>
          </p:nvSpPr>
          <p:spPr>
            <a:xfrm>
              <a:off x="3180040" y="5425392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8"/>
            <p:cNvSpPr/>
            <p:nvPr/>
          </p:nvSpPr>
          <p:spPr>
            <a:xfrm>
              <a:off x="3202384" y="5439315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29"/>
            <p:cNvSpPr/>
            <p:nvPr/>
          </p:nvSpPr>
          <p:spPr>
            <a:xfrm>
              <a:off x="3251039" y="5307516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0"/>
            <p:cNvSpPr/>
            <p:nvPr/>
          </p:nvSpPr>
          <p:spPr>
            <a:xfrm>
              <a:off x="3348345" y="5190214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1"/>
            <p:cNvSpPr/>
            <p:nvPr/>
          </p:nvSpPr>
          <p:spPr>
            <a:xfrm>
              <a:off x="3499778" y="5059818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2"/>
            <p:cNvSpPr/>
            <p:nvPr/>
          </p:nvSpPr>
          <p:spPr>
            <a:xfrm>
              <a:off x="4046391" y="4336712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3"/>
            <p:cNvSpPr/>
            <p:nvPr/>
          </p:nvSpPr>
          <p:spPr>
            <a:xfrm>
              <a:off x="5166558" y="3305398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3152294" y="3337310"/>
              <a:ext cx="2046274" cy="2162337"/>
            </a:xfrm>
            <a:custGeom>
              <a:avLst/>
              <a:pathLst>
                <a:path w="2046274" h="2162337">
                  <a:moveTo>
                    <a:pt x="0" y="2162337"/>
                  </a:moveTo>
                  <a:lnTo>
                    <a:pt x="25902" y="2157220"/>
                  </a:lnTo>
                  <a:lnTo>
                    <a:pt x="51804" y="2140837"/>
                  </a:lnTo>
                  <a:lnTo>
                    <a:pt x="77706" y="2112558"/>
                  </a:lnTo>
                  <a:lnTo>
                    <a:pt x="103608" y="2070228"/>
                  </a:lnTo>
                  <a:lnTo>
                    <a:pt x="129511" y="2025125"/>
                  </a:lnTo>
                  <a:lnTo>
                    <a:pt x="155413" y="1984697"/>
                  </a:lnTo>
                  <a:lnTo>
                    <a:pt x="181315" y="1944495"/>
                  </a:lnTo>
                  <a:lnTo>
                    <a:pt x="207217" y="1907046"/>
                  </a:lnTo>
                  <a:lnTo>
                    <a:pt x="233119" y="1874811"/>
                  </a:lnTo>
                  <a:lnTo>
                    <a:pt x="259022" y="1846854"/>
                  </a:lnTo>
                  <a:lnTo>
                    <a:pt x="284924" y="1821939"/>
                  </a:lnTo>
                  <a:lnTo>
                    <a:pt x="310826" y="1799945"/>
                  </a:lnTo>
                  <a:lnTo>
                    <a:pt x="336728" y="1780752"/>
                  </a:lnTo>
                  <a:lnTo>
                    <a:pt x="362630" y="1764238"/>
                  </a:lnTo>
                  <a:lnTo>
                    <a:pt x="388533" y="1749935"/>
                  </a:lnTo>
                  <a:lnTo>
                    <a:pt x="414435" y="1733679"/>
                  </a:lnTo>
                  <a:lnTo>
                    <a:pt x="440337" y="1714425"/>
                  </a:lnTo>
                  <a:lnTo>
                    <a:pt x="466239" y="1692354"/>
                  </a:lnTo>
                  <a:lnTo>
                    <a:pt x="492141" y="1667650"/>
                  </a:lnTo>
                  <a:lnTo>
                    <a:pt x="518044" y="1640493"/>
                  </a:lnTo>
                  <a:lnTo>
                    <a:pt x="543946" y="1611068"/>
                  </a:lnTo>
                  <a:lnTo>
                    <a:pt x="569848" y="1579555"/>
                  </a:lnTo>
                  <a:lnTo>
                    <a:pt x="595750" y="1546138"/>
                  </a:lnTo>
                  <a:lnTo>
                    <a:pt x="621652" y="1510998"/>
                  </a:lnTo>
                  <a:lnTo>
                    <a:pt x="647555" y="1474318"/>
                  </a:lnTo>
                  <a:lnTo>
                    <a:pt x="673457" y="1436279"/>
                  </a:lnTo>
                  <a:lnTo>
                    <a:pt x="699359" y="1397065"/>
                  </a:lnTo>
                  <a:lnTo>
                    <a:pt x="725261" y="1356858"/>
                  </a:lnTo>
                  <a:lnTo>
                    <a:pt x="751163" y="1315839"/>
                  </a:lnTo>
                  <a:lnTo>
                    <a:pt x="777066" y="1274191"/>
                  </a:lnTo>
                  <a:lnTo>
                    <a:pt x="802968" y="1232096"/>
                  </a:lnTo>
                  <a:lnTo>
                    <a:pt x="828870" y="1189737"/>
                  </a:lnTo>
                  <a:lnTo>
                    <a:pt x="854772" y="1147296"/>
                  </a:lnTo>
                  <a:lnTo>
                    <a:pt x="880674" y="1104955"/>
                  </a:lnTo>
                  <a:lnTo>
                    <a:pt x="906577" y="1062896"/>
                  </a:lnTo>
                  <a:lnTo>
                    <a:pt x="932479" y="1021323"/>
                  </a:lnTo>
                  <a:lnTo>
                    <a:pt x="958381" y="980847"/>
                  </a:lnTo>
                  <a:lnTo>
                    <a:pt x="984283" y="941654"/>
                  </a:lnTo>
                  <a:lnTo>
                    <a:pt x="1010185" y="903708"/>
                  </a:lnTo>
                  <a:lnTo>
                    <a:pt x="1036088" y="866973"/>
                  </a:lnTo>
                  <a:lnTo>
                    <a:pt x="1061990" y="831414"/>
                  </a:lnTo>
                  <a:lnTo>
                    <a:pt x="1087892" y="796996"/>
                  </a:lnTo>
                  <a:lnTo>
                    <a:pt x="1113794" y="763682"/>
                  </a:lnTo>
                  <a:lnTo>
                    <a:pt x="1139697" y="731438"/>
                  </a:lnTo>
                  <a:lnTo>
                    <a:pt x="1165599" y="700227"/>
                  </a:lnTo>
                  <a:lnTo>
                    <a:pt x="1191501" y="670015"/>
                  </a:lnTo>
                  <a:lnTo>
                    <a:pt x="1217403" y="640764"/>
                  </a:lnTo>
                  <a:lnTo>
                    <a:pt x="1243305" y="612441"/>
                  </a:lnTo>
                  <a:lnTo>
                    <a:pt x="1269208" y="585009"/>
                  </a:lnTo>
                  <a:lnTo>
                    <a:pt x="1295110" y="558433"/>
                  </a:lnTo>
                  <a:lnTo>
                    <a:pt x="1321012" y="532677"/>
                  </a:lnTo>
                  <a:lnTo>
                    <a:pt x="1346914" y="507705"/>
                  </a:lnTo>
                  <a:lnTo>
                    <a:pt x="1372816" y="483482"/>
                  </a:lnTo>
                  <a:lnTo>
                    <a:pt x="1398719" y="459973"/>
                  </a:lnTo>
                  <a:lnTo>
                    <a:pt x="1424621" y="437141"/>
                  </a:lnTo>
                  <a:lnTo>
                    <a:pt x="1450523" y="414952"/>
                  </a:lnTo>
                  <a:lnTo>
                    <a:pt x="1476425" y="393369"/>
                  </a:lnTo>
                  <a:lnTo>
                    <a:pt x="1502327" y="372358"/>
                  </a:lnTo>
                  <a:lnTo>
                    <a:pt x="1528230" y="351882"/>
                  </a:lnTo>
                  <a:lnTo>
                    <a:pt x="1554132" y="331905"/>
                  </a:lnTo>
                  <a:lnTo>
                    <a:pt x="1580034" y="312393"/>
                  </a:lnTo>
                  <a:lnTo>
                    <a:pt x="1605936" y="293310"/>
                  </a:lnTo>
                  <a:lnTo>
                    <a:pt x="1631838" y="274619"/>
                  </a:lnTo>
                  <a:lnTo>
                    <a:pt x="1657741" y="256287"/>
                  </a:lnTo>
                  <a:lnTo>
                    <a:pt x="1683643" y="238276"/>
                  </a:lnTo>
                  <a:lnTo>
                    <a:pt x="1709545" y="220551"/>
                  </a:lnTo>
                  <a:lnTo>
                    <a:pt x="1735447" y="203078"/>
                  </a:lnTo>
                  <a:lnTo>
                    <a:pt x="1761349" y="185819"/>
                  </a:lnTo>
                  <a:lnTo>
                    <a:pt x="1787252" y="168740"/>
                  </a:lnTo>
                  <a:lnTo>
                    <a:pt x="1813154" y="151805"/>
                  </a:lnTo>
                  <a:lnTo>
                    <a:pt x="1839056" y="134979"/>
                  </a:lnTo>
                  <a:lnTo>
                    <a:pt x="1864958" y="118225"/>
                  </a:lnTo>
                  <a:lnTo>
                    <a:pt x="1890860" y="101508"/>
                  </a:lnTo>
                  <a:lnTo>
                    <a:pt x="1916763" y="84794"/>
                  </a:lnTo>
                  <a:lnTo>
                    <a:pt x="1942665" y="68045"/>
                  </a:lnTo>
                  <a:lnTo>
                    <a:pt x="1968567" y="51227"/>
                  </a:lnTo>
                  <a:lnTo>
                    <a:pt x="1994469" y="34304"/>
                  </a:lnTo>
                  <a:lnTo>
                    <a:pt x="2020371" y="17240"/>
                  </a:lnTo>
                  <a:lnTo>
                    <a:pt x="2046274" y="0"/>
                  </a:lnTo>
                </a:path>
              </a:pathLst>
            </a:custGeom>
            <a:ln w="29565" cap="flat">
              <a:solidFill>
                <a:srgbClr val="3366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tx35"/>
            <p:cNvSpPr/>
            <p:nvPr/>
          </p:nvSpPr>
          <p:spPr>
            <a:xfrm>
              <a:off x="2624530" y="547309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2624530" y="461663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2624530" y="376016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2624530" y="290370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2624530" y="204723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298279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383925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469572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555218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640865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4123954" y="5877011"/>
              <a:ext cx="1380827" cy="141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Predicted probability</a:t>
              </a:r>
            </a:p>
          </p:txBody>
        </p:sp>
        <p:sp>
          <p:nvSpPr>
            <p:cNvPr id="47" name="tx46"/>
            <p:cNvSpPr/>
            <p:nvPr/>
          </p:nvSpPr>
          <p:spPr>
            <a:xfrm rot="-5400000">
              <a:off x="1807643" y="3749206"/>
              <a:ext cx="1380827" cy="1128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Observed event rate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2930145" y="1635395"/>
              <a:ext cx="1463486" cy="171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Calibration (Train)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2025-10-13T14:42:23Z</dcterms:modified>
  <cp:category/>
</cp:coreProperties>
</file>