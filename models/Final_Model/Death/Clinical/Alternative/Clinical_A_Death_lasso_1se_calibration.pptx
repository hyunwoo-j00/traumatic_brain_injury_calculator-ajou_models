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(N=2889, events=373)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24741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46122" y="54393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62643" y="54389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80822" y="54628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10257" y="541568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65176" y="525976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57222" y="52257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41539" y="494315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69744" y="44159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060376" y="33528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56751" y="3384971"/>
              <a:ext cx="1935634" cy="2112720"/>
            </a:xfrm>
            <a:custGeom>
              <a:avLst/>
              <a:pathLst>
                <a:path w="1935634" h="2112720">
                  <a:moveTo>
                    <a:pt x="0" y="2112720"/>
                  </a:moveTo>
                  <a:lnTo>
                    <a:pt x="24501" y="2112246"/>
                  </a:lnTo>
                  <a:lnTo>
                    <a:pt x="49003" y="2098322"/>
                  </a:lnTo>
                  <a:lnTo>
                    <a:pt x="73505" y="2071783"/>
                  </a:lnTo>
                  <a:lnTo>
                    <a:pt x="98006" y="2027195"/>
                  </a:lnTo>
                  <a:lnTo>
                    <a:pt x="122508" y="1967836"/>
                  </a:lnTo>
                  <a:lnTo>
                    <a:pt x="147010" y="1925364"/>
                  </a:lnTo>
                  <a:lnTo>
                    <a:pt x="171511" y="1900585"/>
                  </a:lnTo>
                  <a:lnTo>
                    <a:pt x="196013" y="1881907"/>
                  </a:lnTo>
                  <a:lnTo>
                    <a:pt x="220515" y="1862806"/>
                  </a:lnTo>
                  <a:lnTo>
                    <a:pt x="245017" y="1837932"/>
                  </a:lnTo>
                  <a:lnTo>
                    <a:pt x="269518" y="1809949"/>
                  </a:lnTo>
                  <a:lnTo>
                    <a:pt x="294020" y="1779634"/>
                  </a:lnTo>
                  <a:lnTo>
                    <a:pt x="318522" y="1746953"/>
                  </a:lnTo>
                  <a:lnTo>
                    <a:pt x="343023" y="1711873"/>
                  </a:lnTo>
                  <a:lnTo>
                    <a:pt x="367525" y="1674360"/>
                  </a:lnTo>
                  <a:lnTo>
                    <a:pt x="392027" y="1634380"/>
                  </a:lnTo>
                  <a:lnTo>
                    <a:pt x="416529" y="1591899"/>
                  </a:lnTo>
                  <a:lnTo>
                    <a:pt x="441030" y="1549553"/>
                  </a:lnTo>
                  <a:lnTo>
                    <a:pt x="465532" y="1510012"/>
                  </a:lnTo>
                  <a:lnTo>
                    <a:pt x="490034" y="1473111"/>
                  </a:lnTo>
                  <a:lnTo>
                    <a:pt x="514535" y="1438687"/>
                  </a:lnTo>
                  <a:lnTo>
                    <a:pt x="539037" y="1406573"/>
                  </a:lnTo>
                  <a:lnTo>
                    <a:pt x="563539" y="1376608"/>
                  </a:lnTo>
                  <a:lnTo>
                    <a:pt x="588040" y="1348625"/>
                  </a:lnTo>
                  <a:lnTo>
                    <a:pt x="612542" y="1322461"/>
                  </a:lnTo>
                  <a:lnTo>
                    <a:pt x="637044" y="1297951"/>
                  </a:lnTo>
                  <a:lnTo>
                    <a:pt x="661546" y="1274930"/>
                  </a:lnTo>
                  <a:lnTo>
                    <a:pt x="686047" y="1253236"/>
                  </a:lnTo>
                  <a:lnTo>
                    <a:pt x="710549" y="1232702"/>
                  </a:lnTo>
                  <a:lnTo>
                    <a:pt x="735051" y="1213165"/>
                  </a:lnTo>
                  <a:lnTo>
                    <a:pt x="759552" y="1194460"/>
                  </a:lnTo>
                  <a:lnTo>
                    <a:pt x="784054" y="1176423"/>
                  </a:lnTo>
                  <a:lnTo>
                    <a:pt x="808556" y="1158890"/>
                  </a:lnTo>
                  <a:lnTo>
                    <a:pt x="833058" y="1141696"/>
                  </a:lnTo>
                  <a:lnTo>
                    <a:pt x="857559" y="1124677"/>
                  </a:lnTo>
                  <a:lnTo>
                    <a:pt x="882061" y="1107669"/>
                  </a:lnTo>
                  <a:lnTo>
                    <a:pt x="906563" y="1090506"/>
                  </a:lnTo>
                  <a:lnTo>
                    <a:pt x="931064" y="1073025"/>
                  </a:lnTo>
                  <a:lnTo>
                    <a:pt x="955566" y="1055045"/>
                  </a:lnTo>
                  <a:lnTo>
                    <a:pt x="980068" y="1036330"/>
                  </a:lnTo>
                  <a:lnTo>
                    <a:pt x="1004569" y="1016868"/>
                  </a:lnTo>
                  <a:lnTo>
                    <a:pt x="1029071" y="996688"/>
                  </a:lnTo>
                  <a:lnTo>
                    <a:pt x="1053573" y="975817"/>
                  </a:lnTo>
                  <a:lnTo>
                    <a:pt x="1078075" y="954284"/>
                  </a:lnTo>
                  <a:lnTo>
                    <a:pt x="1102576" y="932115"/>
                  </a:lnTo>
                  <a:lnTo>
                    <a:pt x="1127078" y="909340"/>
                  </a:lnTo>
                  <a:lnTo>
                    <a:pt x="1151580" y="885986"/>
                  </a:lnTo>
                  <a:lnTo>
                    <a:pt x="1176081" y="862080"/>
                  </a:lnTo>
                  <a:lnTo>
                    <a:pt x="1200583" y="837652"/>
                  </a:lnTo>
                  <a:lnTo>
                    <a:pt x="1225085" y="812728"/>
                  </a:lnTo>
                  <a:lnTo>
                    <a:pt x="1249587" y="787337"/>
                  </a:lnTo>
                  <a:lnTo>
                    <a:pt x="1274088" y="761506"/>
                  </a:lnTo>
                  <a:lnTo>
                    <a:pt x="1298590" y="735264"/>
                  </a:lnTo>
                  <a:lnTo>
                    <a:pt x="1323092" y="708638"/>
                  </a:lnTo>
                  <a:lnTo>
                    <a:pt x="1347593" y="681657"/>
                  </a:lnTo>
                  <a:lnTo>
                    <a:pt x="1372095" y="654348"/>
                  </a:lnTo>
                  <a:lnTo>
                    <a:pt x="1396597" y="626739"/>
                  </a:lnTo>
                  <a:lnTo>
                    <a:pt x="1421098" y="598858"/>
                  </a:lnTo>
                  <a:lnTo>
                    <a:pt x="1445600" y="570734"/>
                  </a:lnTo>
                  <a:lnTo>
                    <a:pt x="1470102" y="542393"/>
                  </a:lnTo>
                  <a:lnTo>
                    <a:pt x="1494604" y="513864"/>
                  </a:lnTo>
                  <a:lnTo>
                    <a:pt x="1519105" y="485175"/>
                  </a:lnTo>
                  <a:lnTo>
                    <a:pt x="1543607" y="456353"/>
                  </a:lnTo>
                  <a:lnTo>
                    <a:pt x="1568109" y="427428"/>
                  </a:lnTo>
                  <a:lnTo>
                    <a:pt x="1592610" y="398425"/>
                  </a:lnTo>
                  <a:lnTo>
                    <a:pt x="1617112" y="369374"/>
                  </a:lnTo>
                  <a:lnTo>
                    <a:pt x="1641614" y="340303"/>
                  </a:lnTo>
                  <a:lnTo>
                    <a:pt x="1666116" y="311239"/>
                  </a:lnTo>
                  <a:lnTo>
                    <a:pt x="1690617" y="282210"/>
                  </a:lnTo>
                  <a:lnTo>
                    <a:pt x="1715119" y="253244"/>
                  </a:lnTo>
                  <a:lnTo>
                    <a:pt x="1739621" y="224369"/>
                  </a:lnTo>
                  <a:lnTo>
                    <a:pt x="1764122" y="195614"/>
                  </a:lnTo>
                  <a:lnTo>
                    <a:pt x="1788624" y="167005"/>
                  </a:lnTo>
                  <a:lnTo>
                    <a:pt x="1813126" y="138571"/>
                  </a:lnTo>
                  <a:lnTo>
                    <a:pt x="1837627" y="110339"/>
                  </a:lnTo>
                  <a:lnTo>
                    <a:pt x="1862129" y="82339"/>
                  </a:lnTo>
                  <a:lnTo>
                    <a:pt x="1886631" y="54596"/>
                  </a:lnTo>
                  <a:lnTo>
                    <a:pt x="1911133" y="27141"/>
                  </a:lnTo>
                  <a:lnTo>
                    <a:pt x="1935634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2025-10-13T14:43:33Z</dcterms:modified>
  <cp:category/>
</cp:coreProperties>
</file>