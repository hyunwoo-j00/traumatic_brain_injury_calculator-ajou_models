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17567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35830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50829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68667" y="53467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90670" y="52178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37869" y="49034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04644" y="52010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17890" y="50583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3636456" y="47874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518121" y="31094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49577" y="3141373"/>
              <a:ext cx="1400554" cy="2398246"/>
            </a:xfrm>
            <a:custGeom>
              <a:avLst/>
              <a:pathLst>
                <a:path w="1400554" h="2398246">
                  <a:moveTo>
                    <a:pt x="0" y="2398246"/>
                  </a:moveTo>
                  <a:lnTo>
                    <a:pt x="17728" y="2370165"/>
                  </a:lnTo>
                  <a:lnTo>
                    <a:pt x="35457" y="2318723"/>
                  </a:lnTo>
                  <a:lnTo>
                    <a:pt x="53185" y="2244833"/>
                  </a:lnTo>
                  <a:lnTo>
                    <a:pt x="70914" y="2145961"/>
                  </a:lnTo>
                  <a:lnTo>
                    <a:pt x="88642" y="2022065"/>
                  </a:lnTo>
                  <a:lnTo>
                    <a:pt x="106371" y="1897858"/>
                  </a:lnTo>
                  <a:lnTo>
                    <a:pt x="124099" y="1846612"/>
                  </a:lnTo>
                  <a:lnTo>
                    <a:pt x="141828" y="1869507"/>
                  </a:lnTo>
                  <a:lnTo>
                    <a:pt x="159556" y="1920924"/>
                  </a:lnTo>
                  <a:lnTo>
                    <a:pt x="177285" y="1965572"/>
                  </a:lnTo>
                  <a:lnTo>
                    <a:pt x="195013" y="1975242"/>
                  </a:lnTo>
                  <a:lnTo>
                    <a:pt x="212742" y="1979088"/>
                  </a:lnTo>
                  <a:lnTo>
                    <a:pt x="230470" y="1984274"/>
                  </a:lnTo>
                  <a:lnTo>
                    <a:pt x="248199" y="1988891"/>
                  </a:lnTo>
                  <a:lnTo>
                    <a:pt x="265928" y="1991028"/>
                  </a:lnTo>
                  <a:lnTo>
                    <a:pt x="283656" y="1988775"/>
                  </a:lnTo>
                  <a:lnTo>
                    <a:pt x="301385" y="1980232"/>
                  </a:lnTo>
                  <a:lnTo>
                    <a:pt x="319113" y="1967038"/>
                  </a:lnTo>
                  <a:lnTo>
                    <a:pt x="336842" y="1951503"/>
                  </a:lnTo>
                  <a:lnTo>
                    <a:pt x="354570" y="1933710"/>
                  </a:lnTo>
                  <a:lnTo>
                    <a:pt x="372299" y="1913740"/>
                  </a:lnTo>
                  <a:lnTo>
                    <a:pt x="390027" y="1891675"/>
                  </a:lnTo>
                  <a:lnTo>
                    <a:pt x="407756" y="1867597"/>
                  </a:lnTo>
                  <a:lnTo>
                    <a:pt x="425484" y="1841587"/>
                  </a:lnTo>
                  <a:lnTo>
                    <a:pt x="443213" y="1813729"/>
                  </a:lnTo>
                  <a:lnTo>
                    <a:pt x="460941" y="1784102"/>
                  </a:lnTo>
                  <a:lnTo>
                    <a:pt x="478670" y="1752790"/>
                  </a:lnTo>
                  <a:lnTo>
                    <a:pt x="496398" y="1719873"/>
                  </a:lnTo>
                  <a:lnTo>
                    <a:pt x="514127" y="1685435"/>
                  </a:lnTo>
                  <a:lnTo>
                    <a:pt x="531856" y="1650075"/>
                  </a:lnTo>
                  <a:lnTo>
                    <a:pt x="549584" y="1615173"/>
                  </a:lnTo>
                  <a:lnTo>
                    <a:pt x="567313" y="1580771"/>
                  </a:lnTo>
                  <a:lnTo>
                    <a:pt x="585041" y="1546840"/>
                  </a:lnTo>
                  <a:lnTo>
                    <a:pt x="602770" y="1513353"/>
                  </a:lnTo>
                  <a:lnTo>
                    <a:pt x="620498" y="1480280"/>
                  </a:lnTo>
                  <a:lnTo>
                    <a:pt x="638227" y="1447592"/>
                  </a:lnTo>
                  <a:lnTo>
                    <a:pt x="655955" y="1415261"/>
                  </a:lnTo>
                  <a:lnTo>
                    <a:pt x="673684" y="1383259"/>
                  </a:lnTo>
                  <a:lnTo>
                    <a:pt x="691412" y="1351556"/>
                  </a:lnTo>
                  <a:lnTo>
                    <a:pt x="709141" y="1320124"/>
                  </a:lnTo>
                  <a:lnTo>
                    <a:pt x="726869" y="1288935"/>
                  </a:lnTo>
                  <a:lnTo>
                    <a:pt x="744598" y="1257959"/>
                  </a:lnTo>
                  <a:lnTo>
                    <a:pt x="762326" y="1227167"/>
                  </a:lnTo>
                  <a:lnTo>
                    <a:pt x="780055" y="1196533"/>
                  </a:lnTo>
                  <a:lnTo>
                    <a:pt x="797784" y="1166025"/>
                  </a:lnTo>
                  <a:lnTo>
                    <a:pt x="815512" y="1135617"/>
                  </a:lnTo>
                  <a:lnTo>
                    <a:pt x="833241" y="1105279"/>
                  </a:lnTo>
                  <a:lnTo>
                    <a:pt x="850969" y="1074982"/>
                  </a:lnTo>
                  <a:lnTo>
                    <a:pt x="868698" y="1044699"/>
                  </a:lnTo>
                  <a:lnTo>
                    <a:pt x="886426" y="1014399"/>
                  </a:lnTo>
                  <a:lnTo>
                    <a:pt x="904155" y="984055"/>
                  </a:lnTo>
                  <a:lnTo>
                    <a:pt x="921883" y="953639"/>
                  </a:lnTo>
                  <a:lnTo>
                    <a:pt x="939612" y="923120"/>
                  </a:lnTo>
                  <a:lnTo>
                    <a:pt x="957340" y="892471"/>
                  </a:lnTo>
                  <a:lnTo>
                    <a:pt x="975069" y="861663"/>
                  </a:lnTo>
                  <a:lnTo>
                    <a:pt x="992797" y="830667"/>
                  </a:lnTo>
                  <a:lnTo>
                    <a:pt x="1010526" y="799454"/>
                  </a:lnTo>
                  <a:lnTo>
                    <a:pt x="1028254" y="767997"/>
                  </a:lnTo>
                  <a:lnTo>
                    <a:pt x="1045983" y="736265"/>
                  </a:lnTo>
                  <a:lnTo>
                    <a:pt x="1063712" y="704232"/>
                  </a:lnTo>
                  <a:lnTo>
                    <a:pt x="1081440" y="671867"/>
                  </a:lnTo>
                  <a:lnTo>
                    <a:pt x="1099169" y="639142"/>
                  </a:lnTo>
                  <a:lnTo>
                    <a:pt x="1116897" y="606029"/>
                  </a:lnTo>
                  <a:lnTo>
                    <a:pt x="1134626" y="572499"/>
                  </a:lnTo>
                  <a:lnTo>
                    <a:pt x="1152354" y="538523"/>
                  </a:lnTo>
                  <a:lnTo>
                    <a:pt x="1170083" y="504073"/>
                  </a:lnTo>
                  <a:lnTo>
                    <a:pt x="1187811" y="469119"/>
                  </a:lnTo>
                  <a:lnTo>
                    <a:pt x="1205540" y="433634"/>
                  </a:lnTo>
                  <a:lnTo>
                    <a:pt x="1223268" y="397588"/>
                  </a:lnTo>
                  <a:lnTo>
                    <a:pt x="1240997" y="360953"/>
                  </a:lnTo>
                  <a:lnTo>
                    <a:pt x="1258725" y="323701"/>
                  </a:lnTo>
                  <a:lnTo>
                    <a:pt x="1276454" y="285802"/>
                  </a:lnTo>
                  <a:lnTo>
                    <a:pt x="1294182" y="247228"/>
                  </a:lnTo>
                  <a:lnTo>
                    <a:pt x="1311911" y="207950"/>
                  </a:lnTo>
                  <a:lnTo>
                    <a:pt x="1329640" y="167939"/>
                  </a:lnTo>
                  <a:lnTo>
                    <a:pt x="1347368" y="127168"/>
                  </a:lnTo>
                  <a:lnTo>
                    <a:pt x="1365097" y="85606"/>
                  </a:lnTo>
                  <a:lnTo>
                    <a:pt x="1382825" y="43226"/>
                  </a:lnTo>
                  <a:lnTo>
                    <a:pt x="140055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2025-10-13T14:55:56Z</dcterms:modified>
  <cp:category/>
</cp:coreProperties>
</file>