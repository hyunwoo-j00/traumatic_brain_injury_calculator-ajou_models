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(N=2312, events=299)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147260" y="547211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168067" y="544129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183909" y="545916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196833" y="539355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213984" y="542724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3262834" y="537805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3373553" y="518995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3491515" y="498665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4005951" y="431968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5084596" y="336017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179270" y="3392218"/>
              <a:ext cx="1937336" cy="2109885"/>
            </a:xfrm>
            <a:custGeom>
              <a:avLst/>
              <a:pathLst>
                <a:path w="1937336" h="2109885">
                  <a:moveTo>
                    <a:pt x="0" y="2109885"/>
                  </a:moveTo>
                  <a:lnTo>
                    <a:pt x="24523" y="2086162"/>
                  </a:lnTo>
                  <a:lnTo>
                    <a:pt x="49046" y="2065079"/>
                  </a:lnTo>
                  <a:lnTo>
                    <a:pt x="73569" y="2046573"/>
                  </a:lnTo>
                  <a:lnTo>
                    <a:pt x="98092" y="2031422"/>
                  </a:lnTo>
                  <a:lnTo>
                    <a:pt x="122616" y="2011127"/>
                  </a:lnTo>
                  <a:lnTo>
                    <a:pt x="147139" y="1978048"/>
                  </a:lnTo>
                  <a:lnTo>
                    <a:pt x="171662" y="1935696"/>
                  </a:lnTo>
                  <a:lnTo>
                    <a:pt x="196185" y="1889405"/>
                  </a:lnTo>
                  <a:lnTo>
                    <a:pt x="220709" y="1844514"/>
                  </a:lnTo>
                  <a:lnTo>
                    <a:pt x="245232" y="1803119"/>
                  </a:lnTo>
                  <a:lnTo>
                    <a:pt x="269755" y="1760576"/>
                  </a:lnTo>
                  <a:lnTo>
                    <a:pt x="294278" y="1716940"/>
                  </a:lnTo>
                  <a:lnTo>
                    <a:pt x="318802" y="1672502"/>
                  </a:lnTo>
                  <a:lnTo>
                    <a:pt x="343325" y="1627553"/>
                  </a:lnTo>
                  <a:lnTo>
                    <a:pt x="367848" y="1583269"/>
                  </a:lnTo>
                  <a:lnTo>
                    <a:pt x="392371" y="1540729"/>
                  </a:lnTo>
                  <a:lnTo>
                    <a:pt x="416895" y="1499856"/>
                  </a:lnTo>
                  <a:lnTo>
                    <a:pt x="441418" y="1460572"/>
                  </a:lnTo>
                  <a:lnTo>
                    <a:pt x="465941" y="1422798"/>
                  </a:lnTo>
                  <a:lnTo>
                    <a:pt x="490464" y="1386456"/>
                  </a:lnTo>
                  <a:lnTo>
                    <a:pt x="514988" y="1351468"/>
                  </a:lnTo>
                  <a:lnTo>
                    <a:pt x="539511" y="1317754"/>
                  </a:lnTo>
                  <a:lnTo>
                    <a:pt x="564034" y="1285237"/>
                  </a:lnTo>
                  <a:lnTo>
                    <a:pt x="588557" y="1253838"/>
                  </a:lnTo>
                  <a:lnTo>
                    <a:pt x="613081" y="1223479"/>
                  </a:lnTo>
                  <a:lnTo>
                    <a:pt x="637604" y="1194082"/>
                  </a:lnTo>
                  <a:lnTo>
                    <a:pt x="662127" y="1165567"/>
                  </a:lnTo>
                  <a:lnTo>
                    <a:pt x="686650" y="1137856"/>
                  </a:lnTo>
                  <a:lnTo>
                    <a:pt x="711174" y="1110872"/>
                  </a:lnTo>
                  <a:lnTo>
                    <a:pt x="735697" y="1084536"/>
                  </a:lnTo>
                  <a:lnTo>
                    <a:pt x="760220" y="1058768"/>
                  </a:lnTo>
                  <a:lnTo>
                    <a:pt x="784743" y="1033491"/>
                  </a:lnTo>
                  <a:lnTo>
                    <a:pt x="809266" y="1008627"/>
                  </a:lnTo>
                  <a:lnTo>
                    <a:pt x="833790" y="984097"/>
                  </a:lnTo>
                  <a:lnTo>
                    <a:pt x="858313" y="959822"/>
                  </a:lnTo>
                  <a:lnTo>
                    <a:pt x="882836" y="935604"/>
                  </a:lnTo>
                  <a:lnTo>
                    <a:pt x="907359" y="911299"/>
                  </a:lnTo>
                  <a:lnTo>
                    <a:pt x="931883" y="886920"/>
                  </a:lnTo>
                  <a:lnTo>
                    <a:pt x="956406" y="862481"/>
                  </a:lnTo>
                  <a:lnTo>
                    <a:pt x="980929" y="837997"/>
                  </a:lnTo>
                  <a:lnTo>
                    <a:pt x="1005452" y="813483"/>
                  </a:lnTo>
                  <a:lnTo>
                    <a:pt x="1029976" y="788952"/>
                  </a:lnTo>
                  <a:lnTo>
                    <a:pt x="1054499" y="764419"/>
                  </a:lnTo>
                  <a:lnTo>
                    <a:pt x="1079022" y="739897"/>
                  </a:lnTo>
                  <a:lnTo>
                    <a:pt x="1103545" y="715402"/>
                  </a:lnTo>
                  <a:lnTo>
                    <a:pt x="1128069" y="690947"/>
                  </a:lnTo>
                  <a:lnTo>
                    <a:pt x="1152592" y="666547"/>
                  </a:lnTo>
                  <a:lnTo>
                    <a:pt x="1177115" y="642216"/>
                  </a:lnTo>
                  <a:lnTo>
                    <a:pt x="1201638" y="617968"/>
                  </a:lnTo>
                  <a:lnTo>
                    <a:pt x="1226162" y="593818"/>
                  </a:lnTo>
                  <a:lnTo>
                    <a:pt x="1250685" y="569780"/>
                  </a:lnTo>
                  <a:lnTo>
                    <a:pt x="1275208" y="545867"/>
                  </a:lnTo>
                  <a:lnTo>
                    <a:pt x="1299731" y="522095"/>
                  </a:lnTo>
                  <a:lnTo>
                    <a:pt x="1324255" y="498478"/>
                  </a:lnTo>
                  <a:lnTo>
                    <a:pt x="1348778" y="475029"/>
                  </a:lnTo>
                  <a:lnTo>
                    <a:pt x="1373301" y="451764"/>
                  </a:lnTo>
                  <a:lnTo>
                    <a:pt x="1397824" y="428696"/>
                  </a:lnTo>
                  <a:lnTo>
                    <a:pt x="1422348" y="405839"/>
                  </a:lnTo>
                  <a:lnTo>
                    <a:pt x="1446871" y="383209"/>
                  </a:lnTo>
                  <a:lnTo>
                    <a:pt x="1471394" y="360818"/>
                  </a:lnTo>
                  <a:lnTo>
                    <a:pt x="1495917" y="338682"/>
                  </a:lnTo>
                  <a:lnTo>
                    <a:pt x="1520440" y="316815"/>
                  </a:lnTo>
                  <a:lnTo>
                    <a:pt x="1544964" y="295230"/>
                  </a:lnTo>
                  <a:lnTo>
                    <a:pt x="1569487" y="273943"/>
                  </a:lnTo>
                  <a:lnTo>
                    <a:pt x="1594010" y="252967"/>
                  </a:lnTo>
                  <a:lnTo>
                    <a:pt x="1618533" y="232317"/>
                  </a:lnTo>
                  <a:lnTo>
                    <a:pt x="1643057" y="212007"/>
                  </a:lnTo>
                  <a:lnTo>
                    <a:pt x="1667580" y="192052"/>
                  </a:lnTo>
                  <a:lnTo>
                    <a:pt x="1692103" y="172464"/>
                  </a:lnTo>
                  <a:lnTo>
                    <a:pt x="1716626" y="153260"/>
                  </a:lnTo>
                  <a:lnTo>
                    <a:pt x="1741150" y="134453"/>
                  </a:lnTo>
                  <a:lnTo>
                    <a:pt x="1765673" y="116057"/>
                  </a:lnTo>
                  <a:lnTo>
                    <a:pt x="1790196" y="98086"/>
                  </a:lnTo>
                  <a:lnTo>
                    <a:pt x="1814719" y="80556"/>
                  </a:lnTo>
                  <a:lnTo>
                    <a:pt x="1839243" y="63479"/>
                  </a:lnTo>
                  <a:lnTo>
                    <a:pt x="1863766" y="46871"/>
                  </a:lnTo>
                  <a:lnTo>
                    <a:pt x="1888289" y="30746"/>
                  </a:lnTo>
                  <a:lnTo>
                    <a:pt x="1912812" y="15117"/>
                  </a:lnTo>
                  <a:lnTo>
                    <a:pt x="1937336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Test (N=577, events=74)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149052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172306" y="543543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186867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200086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218999" y="542539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3285108" y="505833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3389087" y="525030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3492327" y="524615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3989905" y="430523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5072756" y="330110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181063" y="3332744"/>
              <a:ext cx="1923703" cy="2186141"/>
            </a:xfrm>
            <a:custGeom>
              <a:avLst/>
              <a:pathLst>
                <a:path w="1923703" h="2186141">
                  <a:moveTo>
                    <a:pt x="0" y="2162656"/>
                  </a:moveTo>
                  <a:lnTo>
                    <a:pt x="24350" y="2186141"/>
                  </a:lnTo>
                  <a:lnTo>
                    <a:pt x="48701" y="2168573"/>
                  </a:lnTo>
                  <a:lnTo>
                    <a:pt x="73052" y="2109758"/>
                  </a:lnTo>
                  <a:lnTo>
                    <a:pt x="97402" y="1982645"/>
                  </a:lnTo>
                  <a:lnTo>
                    <a:pt x="121753" y="1843846"/>
                  </a:lnTo>
                  <a:lnTo>
                    <a:pt x="146104" y="1781839"/>
                  </a:lnTo>
                  <a:lnTo>
                    <a:pt x="170454" y="1784200"/>
                  </a:lnTo>
                  <a:lnTo>
                    <a:pt x="194805" y="1817629"/>
                  </a:lnTo>
                  <a:lnTo>
                    <a:pt x="219156" y="1857846"/>
                  </a:lnTo>
                  <a:lnTo>
                    <a:pt x="243506" y="1881059"/>
                  </a:lnTo>
                  <a:lnTo>
                    <a:pt x="267857" y="1897395"/>
                  </a:lnTo>
                  <a:lnTo>
                    <a:pt x="292208" y="1918019"/>
                  </a:lnTo>
                  <a:lnTo>
                    <a:pt x="316558" y="1938838"/>
                  </a:lnTo>
                  <a:lnTo>
                    <a:pt x="340909" y="1955758"/>
                  </a:lnTo>
                  <a:lnTo>
                    <a:pt x="365260" y="1965570"/>
                  </a:lnTo>
                  <a:lnTo>
                    <a:pt x="389610" y="1968076"/>
                  </a:lnTo>
                  <a:lnTo>
                    <a:pt x="413961" y="1963531"/>
                  </a:lnTo>
                  <a:lnTo>
                    <a:pt x="438312" y="1952187"/>
                  </a:lnTo>
                  <a:lnTo>
                    <a:pt x="462662" y="1934294"/>
                  </a:lnTo>
                  <a:lnTo>
                    <a:pt x="487013" y="1910104"/>
                  </a:lnTo>
                  <a:lnTo>
                    <a:pt x="511364" y="1879869"/>
                  </a:lnTo>
                  <a:lnTo>
                    <a:pt x="535714" y="1843840"/>
                  </a:lnTo>
                  <a:lnTo>
                    <a:pt x="560065" y="1802268"/>
                  </a:lnTo>
                  <a:lnTo>
                    <a:pt x="584416" y="1755406"/>
                  </a:lnTo>
                  <a:lnTo>
                    <a:pt x="608766" y="1703504"/>
                  </a:lnTo>
                  <a:lnTo>
                    <a:pt x="633117" y="1646814"/>
                  </a:lnTo>
                  <a:lnTo>
                    <a:pt x="657468" y="1585587"/>
                  </a:lnTo>
                  <a:lnTo>
                    <a:pt x="681818" y="1520075"/>
                  </a:lnTo>
                  <a:lnTo>
                    <a:pt x="706169" y="1450529"/>
                  </a:lnTo>
                  <a:lnTo>
                    <a:pt x="730520" y="1377201"/>
                  </a:lnTo>
                  <a:lnTo>
                    <a:pt x="754871" y="1300343"/>
                  </a:lnTo>
                  <a:lnTo>
                    <a:pt x="779221" y="1220204"/>
                  </a:lnTo>
                  <a:lnTo>
                    <a:pt x="803572" y="1137038"/>
                  </a:lnTo>
                  <a:lnTo>
                    <a:pt x="827923" y="1051095"/>
                  </a:lnTo>
                  <a:lnTo>
                    <a:pt x="852273" y="963467"/>
                  </a:lnTo>
                  <a:lnTo>
                    <a:pt x="876624" y="879971"/>
                  </a:lnTo>
                  <a:lnTo>
                    <a:pt x="900975" y="801545"/>
                  </a:lnTo>
                  <a:lnTo>
                    <a:pt x="925325" y="728032"/>
                  </a:lnTo>
                  <a:lnTo>
                    <a:pt x="949676" y="659273"/>
                  </a:lnTo>
                  <a:lnTo>
                    <a:pt x="974027" y="595113"/>
                  </a:lnTo>
                  <a:lnTo>
                    <a:pt x="998377" y="535392"/>
                  </a:lnTo>
                  <a:lnTo>
                    <a:pt x="1022728" y="479954"/>
                  </a:lnTo>
                  <a:lnTo>
                    <a:pt x="1047079" y="428641"/>
                  </a:lnTo>
                  <a:lnTo>
                    <a:pt x="1071429" y="381295"/>
                  </a:lnTo>
                  <a:lnTo>
                    <a:pt x="1095780" y="337760"/>
                  </a:lnTo>
                  <a:lnTo>
                    <a:pt x="1120131" y="297877"/>
                  </a:lnTo>
                  <a:lnTo>
                    <a:pt x="1144481" y="261489"/>
                  </a:lnTo>
                  <a:lnTo>
                    <a:pt x="1168832" y="228438"/>
                  </a:lnTo>
                  <a:lnTo>
                    <a:pt x="1193183" y="198568"/>
                  </a:lnTo>
                  <a:lnTo>
                    <a:pt x="1217533" y="171720"/>
                  </a:lnTo>
                  <a:lnTo>
                    <a:pt x="1241884" y="147738"/>
                  </a:lnTo>
                  <a:lnTo>
                    <a:pt x="1266235" y="126462"/>
                  </a:lnTo>
                  <a:lnTo>
                    <a:pt x="1290585" y="107737"/>
                  </a:lnTo>
                  <a:lnTo>
                    <a:pt x="1314936" y="91405"/>
                  </a:lnTo>
                  <a:lnTo>
                    <a:pt x="1339287" y="77307"/>
                  </a:lnTo>
                  <a:lnTo>
                    <a:pt x="1363637" y="65288"/>
                  </a:lnTo>
                  <a:lnTo>
                    <a:pt x="1387988" y="55188"/>
                  </a:lnTo>
                  <a:lnTo>
                    <a:pt x="1412339" y="46851"/>
                  </a:lnTo>
                  <a:lnTo>
                    <a:pt x="1436690" y="40119"/>
                  </a:lnTo>
                  <a:lnTo>
                    <a:pt x="1461040" y="34834"/>
                  </a:lnTo>
                  <a:lnTo>
                    <a:pt x="1485391" y="30840"/>
                  </a:lnTo>
                  <a:lnTo>
                    <a:pt x="1509742" y="27978"/>
                  </a:lnTo>
                  <a:lnTo>
                    <a:pt x="1534092" y="26091"/>
                  </a:lnTo>
                  <a:lnTo>
                    <a:pt x="1558443" y="25022"/>
                  </a:lnTo>
                  <a:lnTo>
                    <a:pt x="1582794" y="24613"/>
                  </a:lnTo>
                  <a:lnTo>
                    <a:pt x="1607144" y="24707"/>
                  </a:lnTo>
                  <a:lnTo>
                    <a:pt x="1631495" y="25145"/>
                  </a:lnTo>
                  <a:lnTo>
                    <a:pt x="1655846" y="25772"/>
                  </a:lnTo>
                  <a:lnTo>
                    <a:pt x="1680196" y="26428"/>
                  </a:lnTo>
                  <a:lnTo>
                    <a:pt x="1704547" y="26957"/>
                  </a:lnTo>
                  <a:lnTo>
                    <a:pt x="1728898" y="27201"/>
                  </a:lnTo>
                  <a:lnTo>
                    <a:pt x="1753248" y="27003"/>
                  </a:lnTo>
                  <a:lnTo>
                    <a:pt x="1777599" y="26205"/>
                  </a:lnTo>
                  <a:lnTo>
                    <a:pt x="1801950" y="24650"/>
                  </a:lnTo>
                  <a:lnTo>
                    <a:pt x="1826300" y="22179"/>
                  </a:lnTo>
                  <a:lnTo>
                    <a:pt x="1850651" y="18637"/>
                  </a:lnTo>
                  <a:lnTo>
                    <a:pt x="1875002" y="13864"/>
                  </a:lnTo>
                  <a:lnTo>
                    <a:pt x="1899352" y="7704"/>
                  </a:lnTo>
                  <a:lnTo>
                    <a:pt x="1923703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0249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(Test)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2025-10-13T14:42:57Z</dcterms:modified>
  <cp:category/>
</cp:coreProperties>
</file>