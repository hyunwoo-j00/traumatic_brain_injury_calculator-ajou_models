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(N=2889, events=373)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07571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33076" y="54747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53616" y="54628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77169" y="541568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06113" y="540330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45130" y="53557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40443" y="52731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13954" y="49649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44051" y="433671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195473" y="32698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39581" y="3301914"/>
              <a:ext cx="2087901" cy="2220699"/>
            </a:xfrm>
            <a:custGeom>
              <a:avLst/>
              <a:pathLst>
                <a:path w="2087901" h="2220699">
                  <a:moveTo>
                    <a:pt x="0" y="2220699"/>
                  </a:moveTo>
                  <a:lnTo>
                    <a:pt x="26429" y="2199846"/>
                  </a:lnTo>
                  <a:lnTo>
                    <a:pt x="52858" y="2176294"/>
                  </a:lnTo>
                  <a:lnTo>
                    <a:pt x="79287" y="2149845"/>
                  </a:lnTo>
                  <a:lnTo>
                    <a:pt x="105716" y="2120924"/>
                  </a:lnTo>
                  <a:lnTo>
                    <a:pt x="132145" y="2092917"/>
                  </a:lnTo>
                  <a:lnTo>
                    <a:pt x="158574" y="2068710"/>
                  </a:lnTo>
                  <a:lnTo>
                    <a:pt x="185003" y="2046793"/>
                  </a:lnTo>
                  <a:lnTo>
                    <a:pt x="211433" y="2022719"/>
                  </a:lnTo>
                  <a:lnTo>
                    <a:pt x="237862" y="1992148"/>
                  </a:lnTo>
                  <a:lnTo>
                    <a:pt x="264291" y="1956092"/>
                  </a:lnTo>
                  <a:lnTo>
                    <a:pt x="290720" y="1916236"/>
                  </a:lnTo>
                  <a:lnTo>
                    <a:pt x="317149" y="1872511"/>
                  </a:lnTo>
                  <a:lnTo>
                    <a:pt x="343578" y="1824845"/>
                  </a:lnTo>
                  <a:lnTo>
                    <a:pt x="370007" y="1773169"/>
                  </a:lnTo>
                  <a:lnTo>
                    <a:pt x="396437" y="1717412"/>
                  </a:lnTo>
                  <a:lnTo>
                    <a:pt x="422866" y="1659238"/>
                  </a:lnTo>
                  <a:lnTo>
                    <a:pt x="449295" y="1605017"/>
                  </a:lnTo>
                  <a:lnTo>
                    <a:pt x="475724" y="1555091"/>
                  </a:lnTo>
                  <a:lnTo>
                    <a:pt x="502153" y="1509163"/>
                  </a:lnTo>
                  <a:lnTo>
                    <a:pt x="528582" y="1466938"/>
                  </a:lnTo>
                  <a:lnTo>
                    <a:pt x="555011" y="1428119"/>
                  </a:lnTo>
                  <a:lnTo>
                    <a:pt x="581441" y="1392411"/>
                  </a:lnTo>
                  <a:lnTo>
                    <a:pt x="607870" y="1359517"/>
                  </a:lnTo>
                  <a:lnTo>
                    <a:pt x="634299" y="1329141"/>
                  </a:lnTo>
                  <a:lnTo>
                    <a:pt x="660728" y="1300988"/>
                  </a:lnTo>
                  <a:lnTo>
                    <a:pt x="687157" y="1274762"/>
                  </a:lnTo>
                  <a:lnTo>
                    <a:pt x="713586" y="1250167"/>
                  </a:lnTo>
                  <a:lnTo>
                    <a:pt x="740015" y="1226906"/>
                  </a:lnTo>
                  <a:lnTo>
                    <a:pt x="766445" y="1204685"/>
                  </a:lnTo>
                  <a:lnTo>
                    <a:pt x="792874" y="1183206"/>
                  </a:lnTo>
                  <a:lnTo>
                    <a:pt x="819303" y="1162174"/>
                  </a:lnTo>
                  <a:lnTo>
                    <a:pt x="845732" y="1141293"/>
                  </a:lnTo>
                  <a:lnTo>
                    <a:pt x="872161" y="1120267"/>
                  </a:lnTo>
                  <a:lnTo>
                    <a:pt x="898590" y="1098801"/>
                  </a:lnTo>
                  <a:lnTo>
                    <a:pt x="925019" y="1076597"/>
                  </a:lnTo>
                  <a:lnTo>
                    <a:pt x="951448" y="1053499"/>
                  </a:lnTo>
                  <a:lnTo>
                    <a:pt x="977878" y="1029985"/>
                  </a:lnTo>
                  <a:lnTo>
                    <a:pt x="1004307" y="1006146"/>
                  </a:lnTo>
                  <a:lnTo>
                    <a:pt x="1030736" y="982003"/>
                  </a:lnTo>
                  <a:lnTo>
                    <a:pt x="1057165" y="957576"/>
                  </a:lnTo>
                  <a:lnTo>
                    <a:pt x="1083594" y="932885"/>
                  </a:lnTo>
                  <a:lnTo>
                    <a:pt x="1110023" y="907951"/>
                  </a:lnTo>
                  <a:lnTo>
                    <a:pt x="1136452" y="882794"/>
                  </a:lnTo>
                  <a:lnTo>
                    <a:pt x="1162882" y="857434"/>
                  </a:lnTo>
                  <a:lnTo>
                    <a:pt x="1189311" y="831891"/>
                  </a:lnTo>
                  <a:lnTo>
                    <a:pt x="1215740" y="806187"/>
                  </a:lnTo>
                  <a:lnTo>
                    <a:pt x="1242169" y="780341"/>
                  </a:lnTo>
                  <a:lnTo>
                    <a:pt x="1268598" y="754373"/>
                  </a:lnTo>
                  <a:lnTo>
                    <a:pt x="1295027" y="728304"/>
                  </a:lnTo>
                  <a:lnTo>
                    <a:pt x="1321456" y="702154"/>
                  </a:lnTo>
                  <a:lnTo>
                    <a:pt x="1347886" y="675944"/>
                  </a:lnTo>
                  <a:lnTo>
                    <a:pt x="1374315" y="649693"/>
                  </a:lnTo>
                  <a:lnTo>
                    <a:pt x="1400744" y="623423"/>
                  </a:lnTo>
                  <a:lnTo>
                    <a:pt x="1427173" y="597153"/>
                  </a:lnTo>
                  <a:lnTo>
                    <a:pt x="1453602" y="570904"/>
                  </a:lnTo>
                  <a:lnTo>
                    <a:pt x="1480031" y="544696"/>
                  </a:lnTo>
                  <a:lnTo>
                    <a:pt x="1506460" y="518550"/>
                  </a:lnTo>
                  <a:lnTo>
                    <a:pt x="1532890" y="492485"/>
                  </a:lnTo>
                  <a:lnTo>
                    <a:pt x="1559319" y="466523"/>
                  </a:lnTo>
                  <a:lnTo>
                    <a:pt x="1585748" y="440682"/>
                  </a:lnTo>
                  <a:lnTo>
                    <a:pt x="1612177" y="414985"/>
                  </a:lnTo>
                  <a:lnTo>
                    <a:pt x="1638606" y="389450"/>
                  </a:lnTo>
                  <a:lnTo>
                    <a:pt x="1665035" y="364099"/>
                  </a:lnTo>
                  <a:lnTo>
                    <a:pt x="1691464" y="338952"/>
                  </a:lnTo>
                  <a:lnTo>
                    <a:pt x="1717893" y="314028"/>
                  </a:lnTo>
                  <a:lnTo>
                    <a:pt x="1744323" y="289349"/>
                  </a:lnTo>
                  <a:lnTo>
                    <a:pt x="1770752" y="264935"/>
                  </a:lnTo>
                  <a:lnTo>
                    <a:pt x="1797181" y="240805"/>
                  </a:lnTo>
                  <a:lnTo>
                    <a:pt x="1823610" y="216981"/>
                  </a:lnTo>
                  <a:lnTo>
                    <a:pt x="1850039" y="193482"/>
                  </a:lnTo>
                  <a:lnTo>
                    <a:pt x="1876468" y="170329"/>
                  </a:lnTo>
                  <a:lnTo>
                    <a:pt x="1902897" y="147543"/>
                  </a:lnTo>
                  <a:lnTo>
                    <a:pt x="1929327" y="125143"/>
                  </a:lnTo>
                  <a:lnTo>
                    <a:pt x="1955756" y="103150"/>
                  </a:lnTo>
                  <a:lnTo>
                    <a:pt x="1982185" y="81584"/>
                  </a:lnTo>
                  <a:lnTo>
                    <a:pt x="2008614" y="60466"/>
                  </a:lnTo>
                  <a:lnTo>
                    <a:pt x="2035043" y="39815"/>
                  </a:lnTo>
                  <a:lnTo>
                    <a:pt x="2061472" y="19653"/>
                  </a:lnTo>
                  <a:lnTo>
                    <a:pt x="2087901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2025-10-13T14:45:09Z</dcterms:modified>
  <cp:category/>
</cp:coreProperties>
</file>