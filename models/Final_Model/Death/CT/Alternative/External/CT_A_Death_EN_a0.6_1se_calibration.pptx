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20704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42430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58613" y="541519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77953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02581" y="52768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45718" y="49155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10768" y="506707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429078" y="49869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3655674" y="471749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4518419" y="324927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52715" y="3281197"/>
              <a:ext cx="1397714" cy="2242418"/>
            </a:xfrm>
            <a:custGeom>
              <a:avLst/>
              <a:pathLst>
                <a:path w="1397714" h="2242418">
                  <a:moveTo>
                    <a:pt x="0" y="2223234"/>
                  </a:moveTo>
                  <a:lnTo>
                    <a:pt x="17692" y="2242418"/>
                  </a:lnTo>
                  <a:lnTo>
                    <a:pt x="35385" y="2229990"/>
                  </a:lnTo>
                  <a:lnTo>
                    <a:pt x="53077" y="2185651"/>
                  </a:lnTo>
                  <a:lnTo>
                    <a:pt x="70770" y="2112541"/>
                  </a:lnTo>
                  <a:lnTo>
                    <a:pt x="88462" y="2003499"/>
                  </a:lnTo>
                  <a:lnTo>
                    <a:pt x="106155" y="1864051"/>
                  </a:lnTo>
                  <a:lnTo>
                    <a:pt x="123848" y="1765174"/>
                  </a:lnTo>
                  <a:lnTo>
                    <a:pt x="141540" y="1734844"/>
                  </a:lnTo>
                  <a:lnTo>
                    <a:pt x="159233" y="1727988"/>
                  </a:lnTo>
                  <a:lnTo>
                    <a:pt x="176925" y="1727863"/>
                  </a:lnTo>
                  <a:lnTo>
                    <a:pt x="194618" y="1719142"/>
                  </a:lnTo>
                  <a:lnTo>
                    <a:pt x="212311" y="1714410"/>
                  </a:lnTo>
                  <a:lnTo>
                    <a:pt x="230003" y="1718689"/>
                  </a:lnTo>
                  <a:lnTo>
                    <a:pt x="247696" y="1727816"/>
                  </a:lnTo>
                  <a:lnTo>
                    <a:pt x="265388" y="1737627"/>
                  </a:lnTo>
                  <a:lnTo>
                    <a:pt x="283081" y="1743960"/>
                  </a:lnTo>
                  <a:lnTo>
                    <a:pt x="300773" y="1742650"/>
                  </a:lnTo>
                  <a:lnTo>
                    <a:pt x="318466" y="1731647"/>
                  </a:lnTo>
                  <a:lnTo>
                    <a:pt x="336159" y="1718171"/>
                  </a:lnTo>
                  <a:lnTo>
                    <a:pt x="353851" y="1703284"/>
                  </a:lnTo>
                  <a:lnTo>
                    <a:pt x="371544" y="1686980"/>
                  </a:lnTo>
                  <a:lnTo>
                    <a:pt x="389236" y="1669252"/>
                  </a:lnTo>
                  <a:lnTo>
                    <a:pt x="406929" y="1650092"/>
                  </a:lnTo>
                  <a:lnTo>
                    <a:pt x="424622" y="1629493"/>
                  </a:lnTo>
                  <a:lnTo>
                    <a:pt x="442314" y="1607449"/>
                  </a:lnTo>
                  <a:lnTo>
                    <a:pt x="460007" y="1583953"/>
                  </a:lnTo>
                  <a:lnTo>
                    <a:pt x="477699" y="1558996"/>
                  </a:lnTo>
                  <a:lnTo>
                    <a:pt x="495392" y="1532573"/>
                  </a:lnTo>
                  <a:lnTo>
                    <a:pt x="513084" y="1504676"/>
                  </a:lnTo>
                  <a:lnTo>
                    <a:pt x="530777" y="1475299"/>
                  </a:lnTo>
                  <a:lnTo>
                    <a:pt x="548470" y="1444974"/>
                  </a:lnTo>
                  <a:lnTo>
                    <a:pt x="566162" y="1414951"/>
                  </a:lnTo>
                  <a:lnTo>
                    <a:pt x="583855" y="1385261"/>
                  </a:lnTo>
                  <a:lnTo>
                    <a:pt x="601547" y="1355881"/>
                  </a:lnTo>
                  <a:lnTo>
                    <a:pt x="619240" y="1326790"/>
                  </a:lnTo>
                  <a:lnTo>
                    <a:pt x="636933" y="1297966"/>
                  </a:lnTo>
                  <a:lnTo>
                    <a:pt x="654625" y="1269386"/>
                  </a:lnTo>
                  <a:lnTo>
                    <a:pt x="672318" y="1241030"/>
                  </a:lnTo>
                  <a:lnTo>
                    <a:pt x="690010" y="1212875"/>
                  </a:lnTo>
                  <a:lnTo>
                    <a:pt x="707703" y="1184898"/>
                  </a:lnTo>
                  <a:lnTo>
                    <a:pt x="725395" y="1157079"/>
                  </a:lnTo>
                  <a:lnTo>
                    <a:pt x="743088" y="1129396"/>
                  </a:lnTo>
                  <a:lnTo>
                    <a:pt x="760781" y="1101825"/>
                  </a:lnTo>
                  <a:lnTo>
                    <a:pt x="778473" y="1074347"/>
                  </a:lnTo>
                  <a:lnTo>
                    <a:pt x="796166" y="1046937"/>
                  </a:lnTo>
                  <a:lnTo>
                    <a:pt x="813858" y="1019576"/>
                  </a:lnTo>
                  <a:lnTo>
                    <a:pt x="831551" y="992240"/>
                  </a:lnTo>
                  <a:lnTo>
                    <a:pt x="849244" y="964908"/>
                  </a:lnTo>
                  <a:lnTo>
                    <a:pt x="866936" y="937558"/>
                  </a:lnTo>
                  <a:lnTo>
                    <a:pt x="884629" y="910168"/>
                  </a:lnTo>
                  <a:lnTo>
                    <a:pt x="902321" y="882717"/>
                  </a:lnTo>
                  <a:lnTo>
                    <a:pt x="920014" y="855181"/>
                  </a:lnTo>
                  <a:lnTo>
                    <a:pt x="937707" y="827540"/>
                  </a:lnTo>
                  <a:lnTo>
                    <a:pt x="955399" y="799771"/>
                  </a:lnTo>
                  <a:lnTo>
                    <a:pt x="973092" y="771853"/>
                  </a:lnTo>
                  <a:lnTo>
                    <a:pt x="990784" y="743763"/>
                  </a:lnTo>
                  <a:lnTo>
                    <a:pt x="1008477" y="715480"/>
                  </a:lnTo>
                  <a:lnTo>
                    <a:pt x="1026169" y="686982"/>
                  </a:lnTo>
                  <a:lnTo>
                    <a:pt x="1043862" y="658246"/>
                  </a:lnTo>
                  <a:lnTo>
                    <a:pt x="1061555" y="629252"/>
                  </a:lnTo>
                  <a:lnTo>
                    <a:pt x="1079247" y="599977"/>
                  </a:lnTo>
                  <a:lnTo>
                    <a:pt x="1096940" y="570398"/>
                  </a:lnTo>
                  <a:lnTo>
                    <a:pt x="1114632" y="540495"/>
                  </a:lnTo>
                  <a:lnTo>
                    <a:pt x="1132325" y="510246"/>
                  </a:lnTo>
                  <a:lnTo>
                    <a:pt x="1150018" y="479627"/>
                  </a:lnTo>
                  <a:lnTo>
                    <a:pt x="1167710" y="448618"/>
                  </a:lnTo>
                  <a:lnTo>
                    <a:pt x="1185403" y="417197"/>
                  </a:lnTo>
                  <a:lnTo>
                    <a:pt x="1203095" y="385342"/>
                  </a:lnTo>
                  <a:lnTo>
                    <a:pt x="1220788" y="353030"/>
                  </a:lnTo>
                  <a:lnTo>
                    <a:pt x="1238480" y="320240"/>
                  </a:lnTo>
                  <a:lnTo>
                    <a:pt x="1256173" y="286950"/>
                  </a:lnTo>
                  <a:lnTo>
                    <a:pt x="1273866" y="253138"/>
                  </a:lnTo>
                  <a:lnTo>
                    <a:pt x="1291558" y="218782"/>
                  </a:lnTo>
                  <a:lnTo>
                    <a:pt x="1309251" y="183861"/>
                  </a:lnTo>
                  <a:lnTo>
                    <a:pt x="1326943" y="148351"/>
                  </a:lnTo>
                  <a:lnTo>
                    <a:pt x="1344636" y="112233"/>
                  </a:lnTo>
                  <a:lnTo>
                    <a:pt x="1362329" y="75482"/>
                  </a:lnTo>
                  <a:lnTo>
                    <a:pt x="1380021" y="38079"/>
                  </a:lnTo>
                  <a:lnTo>
                    <a:pt x="1397714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2025-10-13T14:54:40Z</dcterms:modified>
  <cp:category/>
</cp:coreProperties>
</file>