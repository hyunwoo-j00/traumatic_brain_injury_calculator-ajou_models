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(N=2889, events=373)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123061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149583" y="545063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169328" y="545100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191683" y="543915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219737" y="542729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3272230" y="533192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3365985" y="517835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3539847" y="496498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4054118" y="441969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5031293" y="329354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155071" y="3325631"/>
              <a:ext cx="1908232" cy="2182292"/>
            </a:xfrm>
            <a:custGeom>
              <a:avLst/>
              <a:pathLst>
                <a:path w="1908232" h="2182292">
                  <a:moveTo>
                    <a:pt x="0" y="2182292"/>
                  </a:moveTo>
                  <a:lnTo>
                    <a:pt x="24154" y="2173896"/>
                  </a:lnTo>
                  <a:lnTo>
                    <a:pt x="48309" y="2160887"/>
                  </a:lnTo>
                  <a:lnTo>
                    <a:pt x="72464" y="2142983"/>
                  </a:lnTo>
                  <a:lnTo>
                    <a:pt x="96619" y="2120948"/>
                  </a:lnTo>
                  <a:lnTo>
                    <a:pt x="120774" y="2090377"/>
                  </a:lnTo>
                  <a:lnTo>
                    <a:pt x="144929" y="2055824"/>
                  </a:lnTo>
                  <a:lnTo>
                    <a:pt x="169083" y="2017344"/>
                  </a:lnTo>
                  <a:lnTo>
                    <a:pt x="193238" y="1973843"/>
                  </a:lnTo>
                  <a:lnTo>
                    <a:pt x="217393" y="1929949"/>
                  </a:lnTo>
                  <a:lnTo>
                    <a:pt x="241548" y="1890412"/>
                  </a:lnTo>
                  <a:lnTo>
                    <a:pt x="265703" y="1855719"/>
                  </a:lnTo>
                  <a:lnTo>
                    <a:pt x="289858" y="1822355"/>
                  </a:lnTo>
                  <a:lnTo>
                    <a:pt x="314012" y="1790369"/>
                  </a:lnTo>
                  <a:lnTo>
                    <a:pt x="338167" y="1759823"/>
                  </a:lnTo>
                  <a:lnTo>
                    <a:pt x="362322" y="1730781"/>
                  </a:lnTo>
                  <a:lnTo>
                    <a:pt x="386477" y="1703306"/>
                  </a:lnTo>
                  <a:lnTo>
                    <a:pt x="410632" y="1677458"/>
                  </a:lnTo>
                  <a:lnTo>
                    <a:pt x="434787" y="1652668"/>
                  </a:lnTo>
                  <a:lnTo>
                    <a:pt x="458941" y="1627427"/>
                  </a:lnTo>
                  <a:lnTo>
                    <a:pt x="483096" y="1601726"/>
                  </a:lnTo>
                  <a:lnTo>
                    <a:pt x="507251" y="1575636"/>
                  </a:lnTo>
                  <a:lnTo>
                    <a:pt x="531406" y="1549222"/>
                  </a:lnTo>
                  <a:lnTo>
                    <a:pt x="555561" y="1522553"/>
                  </a:lnTo>
                  <a:lnTo>
                    <a:pt x="579716" y="1495697"/>
                  </a:lnTo>
                  <a:lnTo>
                    <a:pt x="603871" y="1468722"/>
                  </a:lnTo>
                  <a:lnTo>
                    <a:pt x="628025" y="1441694"/>
                  </a:lnTo>
                  <a:lnTo>
                    <a:pt x="652180" y="1414683"/>
                  </a:lnTo>
                  <a:lnTo>
                    <a:pt x="676335" y="1387755"/>
                  </a:lnTo>
                  <a:lnTo>
                    <a:pt x="700490" y="1360978"/>
                  </a:lnTo>
                  <a:lnTo>
                    <a:pt x="724645" y="1334421"/>
                  </a:lnTo>
                  <a:lnTo>
                    <a:pt x="748800" y="1308150"/>
                  </a:lnTo>
                  <a:lnTo>
                    <a:pt x="772954" y="1282234"/>
                  </a:lnTo>
                  <a:lnTo>
                    <a:pt x="797109" y="1256741"/>
                  </a:lnTo>
                  <a:lnTo>
                    <a:pt x="821264" y="1231738"/>
                  </a:lnTo>
                  <a:lnTo>
                    <a:pt x="845419" y="1207292"/>
                  </a:lnTo>
                  <a:lnTo>
                    <a:pt x="869574" y="1183472"/>
                  </a:lnTo>
                  <a:lnTo>
                    <a:pt x="893729" y="1160346"/>
                  </a:lnTo>
                  <a:lnTo>
                    <a:pt x="917883" y="1137980"/>
                  </a:lnTo>
                  <a:lnTo>
                    <a:pt x="942038" y="1116295"/>
                  </a:lnTo>
                  <a:lnTo>
                    <a:pt x="966193" y="1094264"/>
                  </a:lnTo>
                  <a:lnTo>
                    <a:pt x="990348" y="1071696"/>
                  </a:lnTo>
                  <a:lnTo>
                    <a:pt x="1014503" y="1048608"/>
                  </a:lnTo>
                  <a:lnTo>
                    <a:pt x="1038658" y="1025019"/>
                  </a:lnTo>
                  <a:lnTo>
                    <a:pt x="1062813" y="1000949"/>
                  </a:lnTo>
                  <a:lnTo>
                    <a:pt x="1086967" y="976415"/>
                  </a:lnTo>
                  <a:lnTo>
                    <a:pt x="1111122" y="951436"/>
                  </a:lnTo>
                  <a:lnTo>
                    <a:pt x="1135277" y="926032"/>
                  </a:lnTo>
                  <a:lnTo>
                    <a:pt x="1159432" y="900220"/>
                  </a:lnTo>
                  <a:lnTo>
                    <a:pt x="1183587" y="874020"/>
                  </a:lnTo>
                  <a:lnTo>
                    <a:pt x="1207742" y="847450"/>
                  </a:lnTo>
                  <a:lnTo>
                    <a:pt x="1231896" y="820529"/>
                  </a:lnTo>
                  <a:lnTo>
                    <a:pt x="1256051" y="793275"/>
                  </a:lnTo>
                  <a:lnTo>
                    <a:pt x="1280206" y="765708"/>
                  </a:lnTo>
                  <a:lnTo>
                    <a:pt x="1304361" y="737845"/>
                  </a:lnTo>
                  <a:lnTo>
                    <a:pt x="1328516" y="709705"/>
                  </a:lnTo>
                  <a:lnTo>
                    <a:pt x="1352671" y="681308"/>
                  </a:lnTo>
                  <a:lnTo>
                    <a:pt x="1376825" y="652672"/>
                  </a:lnTo>
                  <a:lnTo>
                    <a:pt x="1400980" y="623816"/>
                  </a:lnTo>
                  <a:lnTo>
                    <a:pt x="1425135" y="594758"/>
                  </a:lnTo>
                  <a:lnTo>
                    <a:pt x="1449290" y="565516"/>
                  </a:lnTo>
                  <a:lnTo>
                    <a:pt x="1473445" y="536111"/>
                  </a:lnTo>
                  <a:lnTo>
                    <a:pt x="1497600" y="506559"/>
                  </a:lnTo>
                  <a:lnTo>
                    <a:pt x="1521754" y="476881"/>
                  </a:lnTo>
                  <a:lnTo>
                    <a:pt x="1545909" y="447094"/>
                  </a:lnTo>
                  <a:lnTo>
                    <a:pt x="1570064" y="417218"/>
                  </a:lnTo>
                  <a:lnTo>
                    <a:pt x="1594219" y="387270"/>
                  </a:lnTo>
                  <a:lnTo>
                    <a:pt x="1618374" y="357271"/>
                  </a:lnTo>
                  <a:lnTo>
                    <a:pt x="1642529" y="327238"/>
                  </a:lnTo>
                  <a:lnTo>
                    <a:pt x="1666684" y="297190"/>
                  </a:lnTo>
                  <a:lnTo>
                    <a:pt x="1690838" y="267145"/>
                  </a:lnTo>
                  <a:lnTo>
                    <a:pt x="1714993" y="237124"/>
                  </a:lnTo>
                  <a:lnTo>
                    <a:pt x="1739148" y="207143"/>
                  </a:lnTo>
                  <a:lnTo>
                    <a:pt x="1763303" y="177222"/>
                  </a:lnTo>
                  <a:lnTo>
                    <a:pt x="1787458" y="147380"/>
                  </a:lnTo>
                  <a:lnTo>
                    <a:pt x="1811613" y="117635"/>
                  </a:lnTo>
                  <a:lnTo>
                    <a:pt x="1835767" y="88005"/>
                  </a:lnTo>
                  <a:lnTo>
                    <a:pt x="1859922" y="58511"/>
                  </a:lnTo>
                  <a:lnTo>
                    <a:pt x="1884077" y="29169"/>
                  </a:lnTo>
                  <a:lnTo>
                    <a:pt x="1908232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2025-10-13T14:46:20Z</dcterms:modified>
  <cp:category/>
</cp:coreProperties>
</file>