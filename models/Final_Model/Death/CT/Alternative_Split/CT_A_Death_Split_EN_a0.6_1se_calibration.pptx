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(N=2312, events=299)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18996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45654" y="544188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65391" y="545728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90787" y="542672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219079" y="544188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72203" y="536792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66799" y="524927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544840" y="489334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47909" y="435944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048744" y="331587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51006" y="3348128"/>
              <a:ext cx="1929748" cy="2158736"/>
            </a:xfrm>
            <a:custGeom>
              <a:avLst/>
              <a:pathLst>
                <a:path w="1929748" h="2158736">
                  <a:moveTo>
                    <a:pt x="0" y="2158736"/>
                  </a:moveTo>
                  <a:lnTo>
                    <a:pt x="24427" y="2147338"/>
                  </a:lnTo>
                  <a:lnTo>
                    <a:pt x="48854" y="2135153"/>
                  </a:lnTo>
                  <a:lnTo>
                    <a:pt x="73281" y="2121846"/>
                  </a:lnTo>
                  <a:lnTo>
                    <a:pt x="97708" y="2108318"/>
                  </a:lnTo>
                  <a:lnTo>
                    <a:pt x="122135" y="2089636"/>
                  </a:lnTo>
                  <a:lnTo>
                    <a:pt x="146563" y="2067753"/>
                  </a:lnTo>
                  <a:lnTo>
                    <a:pt x="170990" y="2040686"/>
                  </a:lnTo>
                  <a:lnTo>
                    <a:pt x="195417" y="2009173"/>
                  </a:lnTo>
                  <a:lnTo>
                    <a:pt x="219844" y="1974331"/>
                  </a:lnTo>
                  <a:lnTo>
                    <a:pt x="244271" y="1937246"/>
                  </a:lnTo>
                  <a:lnTo>
                    <a:pt x="268699" y="1898197"/>
                  </a:lnTo>
                  <a:lnTo>
                    <a:pt x="293126" y="1856271"/>
                  </a:lnTo>
                  <a:lnTo>
                    <a:pt x="317553" y="1811437"/>
                  </a:lnTo>
                  <a:lnTo>
                    <a:pt x="341980" y="1763683"/>
                  </a:lnTo>
                  <a:lnTo>
                    <a:pt x="366407" y="1712995"/>
                  </a:lnTo>
                  <a:lnTo>
                    <a:pt x="390835" y="1659361"/>
                  </a:lnTo>
                  <a:lnTo>
                    <a:pt x="415262" y="1602770"/>
                  </a:lnTo>
                  <a:lnTo>
                    <a:pt x="439689" y="1544513"/>
                  </a:lnTo>
                  <a:lnTo>
                    <a:pt x="464116" y="1490527"/>
                  </a:lnTo>
                  <a:lnTo>
                    <a:pt x="488543" y="1441298"/>
                  </a:lnTo>
                  <a:lnTo>
                    <a:pt x="512971" y="1396542"/>
                  </a:lnTo>
                  <a:lnTo>
                    <a:pt x="537398" y="1355971"/>
                  </a:lnTo>
                  <a:lnTo>
                    <a:pt x="561825" y="1319302"/>
                  </a:lnTo>
                  <a:lnTo>
                    <a:pt x="586252" y="1286249"/>
                  </a:lnTo>
                  <a:lnTo>
                    <a:pt x="610679" y="1256527"/>
                  </a:lnTo>
                  <a:lnTo>
                    <a:pt x="635106" y="1229851"/>
                  </a:lnTo>
                  <a:lnTo>
                    <a:pt x="659534" y="1205935"/>
                  </a:lnTo>
                  <a:lnTo>
                    <a:pt x="683961" y="1184494"/>
                  </a:lnTo>
                  <a:lnTo>
                    <a:pt x="708388" y="1165243"/>
                  </a:lnTo>
                  <a:lnTo>
                    <a:pt x="732815" y="1147896"/>
                  </a:lnTo>
                  <a:lnTo>
                    <a:pt x="757242" y="1132169"/>
                  </a:lnTo>
                  <a:lnTo>
                    <a:pt x="781670" y="1117776"/>
                  </a:lnTo>
                  <a:lnTo>
                    <a:pt x="806097" y="1104431"/>
                  </a:lnTo>
                  <a:lnTo>
                    <a:pt x="830524" y="1091850"/>
                  </a:lnTo>
                  <a:lnTo>
                    <a:pt x="854951" y="1079748"/>
                  </a:lnTo>
                  <a:lnTo>
                    <a:pt x="879378" y="1067838"/>
                  </a:lnTo>
                  <a:lnTo>
                    <a:pt x="903806" y="1055837"/>
                  </a:lnTo>
                  <a:lnTo>
                    <a:pt x="928233" y="1043457"/>
                  </a:lnTo>
                  <a:lnTo>
                    <a:pt x="952660" y="1030165"/>
                  </a:lnTo>
                  <a:lnTo>
                    <a:pt x="977087" y="1015613"/>
                  </a:lnTo>
                  <a:lnTo>
                    <a:pt x="1001514" y="999850"/>
                  </a:lnTo>
                  <a:lnTo>
                    <a:pt x="1025942" y="982928"/>
                  </a:lnTo>
                  <a:lnTo>
                    <a:pt x="1050369" y="964895"/>
                  </a:lnTo>
                  <a:lnTo>
                    <a:pt x="1074796" y="945803"/>
                  </a:lnTo>
                  <a:lnTo>
                    <a:pt x="1099223" y="925701"/>
                  </a:lnTo>
                  <a:lnTo>
                    <a:pt x="1123650" y="904640"/>
                  </a:lnTo>
                  <a:lnTo>
                    <a:pt x="1148077" y="882670"/>
                  </a:lnTo>
                  <a:lnTo>
                    <a:pt x="1172505" y="859842"/>
                  </a:lnTo>
                  <a:lnTo>
                    <a:pt x="1196932" y="836204"/>
                  </a:lnTo>
                  <a:lnTo>
                    <a:pt x="1221359" y="811808"/>
                  </a:lnTo>
                  <a:lnTo>
                    <a:pt x="1245786" y="786704"/>
                  </a:lnTo>
                  <a:lnTo>
                    <a:pt x="1270213" y="760941"/>
                  </a:lnTo>
                  <a:lnTo>
                    <a:pt x="1294641" y="734571"/>
                  </a:lnTo>
                  <a:lnTo>
                    <a:pt x="1319068" y="707643"/>
                  </a:lnTo>
                  <a:lnTo>
                    <a:pt x="1343495" y="680207"/>
                  </a:lnTo>
                  <a:lnTo>
                    <a:pt x="1367922" y="652314"/>
                  </a:lnTo>
                  <a:lnTo>
                    <a:pt x="1392349" y="624014"/>
                  </a:lnTo>
                  <a:lnTo>
                    <a:pt x="1416777" y="595357"/>
                  </a:lnTo>
                  <a:lnTo>
                    <a:pt x="1441204" y="566394"/>
                  </a:lnTo>
                  <a:lnTo>
                    <a:pt x="1465631" y="537173"/>
                  </a:lnTo>
                  <a:lnTo>
                    <a:pt x="1490058" y="507747"/>
                  </a:lnTo>
                  <a:lnTo>
                    <a:pt x="1514485" y="478164"/>
                  </a:lnTo>
                  <a:lnTo>
                    <a:pt x="1538913" y="448475"/>
                  </a:lnTo>
                  <a:lnTo>
                    <a:pt x="1563340" y="418731"/>
                  </a:lnTo>
                  <a:lnTo>
                    <a:pt x="1587767" y="388980"/>
                  </a:lnTo>
                  <a:lnTo>
                    <a:pt x="1612194" y="359275"/>
                  </a:lnTo>
                  <a:lnTo>
                    <a:pt x="1636621" y="329664"/>
                  </a:lnTo>
                  <a:lnTo>
                    <a:pt x="1661049" y="300198"/>
                  </a:lnTo>
                  <a:lnTo>
                    <a:pt x="1685476" y="270928"/>
                  </a:lnTo>
                  <a:lnTo>
                    <a:pt x="1709903" y="241902"/>
                  </a:lnTo>
                  <a:lnTo>
                    <a:pt x="1734330" y="213173"/>
                  </a:lnTo>
                  <a:lnTo>
                    <a:pt x="1758757" y="184789"/>
                  </a:lnTo>
                  <a:lnTo>
                    <a:pt x="1783184" y="156801"/>
                  </a:lnTo>
                  <a:lnTo>
                    <a:pt x="1807612" y="129259"/>
                  </a:lnTo>
                  <a:lnTo>
                    <a:pt x="1832039" y="102214"/>
                  </a:lnTo>
                  <a:lnTo>
                    <a:pt x="1856466" y="75715"/>
                  </a:lnTo>
                  <a:lnTo>
                    <a:pt x="1880893" y="49813"/>
                  </a:lnTo>
                  <a:lnTo>
                    <a:pt x="1905320" y="24558"/>
                  </a:lnTo>
                  <a:lnTo>
                    <a:pt x="1929748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(N=577, events=74)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23999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52317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72310" y="542646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94489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221045" y="542750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77529" y="512595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86123" y="513216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553508" y="512595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35076" y="448243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080274" y="330110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56010" y="3332745"/>
              <a:ext cx="1956274" cy="2190219"/>
            </a:xfrm>
            <a:custGeom>
              <a:avLst/>
              <a:pathLst>
                <a:path w="1956274" h="2190219">
                  <a:moveTo>
                    <a:pt x="0" y="2166770"/>
                  </a:moveTo>
                  <a:lnTo>
                    <a:pt x="24762" y="2190219"/>
                  </a:lnTo>
                  <a:lnTo>
                    <a:pt x="49525" y="2185829"/>
                  </a:lnTo>
                  <a:lnTo>
                    <a:pt x="74288" y="2152651"/>
                  </a:lnTo>
                  <a:lnTo>
                    <a:pt x="99051" y="2091465"/>
                  </a:lnTo>
                  <a:lnTo>
                    <a:pt x="123814" y="1993492"/>
                  </a:lnTo>
                  <a:lnTo>
                    <a:pt x="148577" y="1902958"/>
                  </a:lnTo>
                  <a:lnTo>
                    <a:pt x="173340" y="1856001"/>
                  </a:lnTo>
                  <a:lnTo>
                    <a:pt x="198103" y="1827789"/>
                  </a:lnTo>
                  <a:lnTo>
                    <a:pt x="222866" y="1810941"/>
                  </a:lnTo>
                  <a:lnTo>
                    <a:pt x="247629" y="1799116"/>
                  </a:lnTo>
                  <a:lnTo>
                    <a:pt x="272392" y="1787106"/>
                  </a:lnTo>
                  <a:lnTo>
                    <a:pt x="297155" y="1780172"/>
                  </a:lnTo>
                  <a:lnTo>
                    <a:pt x="321918" y="1779443"/>
                  </a:lnTo>
                  <a:lnTo>
                    <a:pt x="346681" y="1784108"/>
                  </a:lnTo>
                  <a:lnTo>
                    <a:pt x="371444" y="1793358"/>
                  </a:lnTo>
                  <a:lnTo>
                    <a:pt x="396207" y="1806385"/>
                  </a:lnTo>
                  <a:lnTo>
                    <a:pt x="420970" y="1822379"/>
                  </a:lnTo>
                  <a:lnTo>
                    <a:pt x="445733" y="1838380"/>
                  </a:lnTo>
                  <a:lnTo>
                    <a:pt x="470496" y="1846894"/>
                  </a:lnTo>
                  <a:lnTo>
                    <a:pt x="495259" y="1847788"/>
                  </a:lnTo>
                  <a:lnTo>
                    <a:pt x="520022" y="1841552"/>
                  </a:lnTo>
                  <a:lnTo>
                    <a:pt x="544785" y="1828675"/>
                  </a:lnTo>
                  <a:lnTo>
                    <a:pt x="569548" y="1809644"/>
                  </a:lnTo>
                  <a:lnTo>
                    <a:pt x="594311" y="1784949"/>
                  </a:lnTo>
                  <a:lnTo>
                    <a:pt x="619074" y="1755079"/>
                  </a:lnTo>
                  <a:lnTo>
                    <a:pt x="643837" y="1720522"/>
                  </a:lnTo>
                  <a:lnTo>
                    <a:pt x="668600" y="1681767"/>
                  </a:lnTo>
                  <a:lnTo>
                    <a:pt x="693363" y="1639304"/>
                  </a:lnTo>
                  <a:lnTo>
                    <a:pt x="718126" y="1593619"/>
                  </a:lnTo>
                  <a:lnTo>
                    <a:pt x="742888" y="1545204"/>
                  </a:lnTo>
                  <a:lnTo>
                    <a:pt x="767651" y="1494545"/>
                  </a:lnTo>
                  <a:lnTo>
                    <a:pt x="792414" y="1442132"/>
                  </a:lnTo>
                  <a:lnTo>
                    <a:pt x="817177" y="1388455"/>
                  </a:lnTo>
                  <a:lnTo>
                    <a:pt x="841940" y="1334000"/>
                  </a:lnTo>
                  <a:lnTo>
                    <a:pt x="866703" y="1279258"/>
                  </a:lnTo>
                  <a:lnTo>
                    <a:pt x="891466" y="1224718"/>
                  </a:lnTo>
                  <a:lnTo>
                    <a:pt x="916229" y="1170893"/>
                  </a:lnTo>
                  <a:lnTo>
                    <a:pt x="940992" y="1118951"/>
                  </a:lnTo>
                  <a:lnTo>
                    <a:pt x="965755" y="1069254"/>
                  </a:lnTo>
                  <a:lnTo>
                    <a:pt x="990518" y="1021722"/>
                  </a:lnTo>
                  <a:lnTo>
                    <a:pt x="1015281" y="976275"/>
                  </a:lnTo>
                  <a:lnTo>
                    <a:pt x="1040044" y="932833"/>
                  </a:lnTo>
                  <a:lnTo>
                    <a:pt x="1064807" y="891315"/>
                  </a:lnTo>
                  <a:lnTo>
                    <a:pt x="1089570" y="851640"/>
                  </a:lnTo>
                  <a:lnTo>
                    <a:pt x="1114333" y="813729"/>
                  </a:lnTo>
                  <a:lnTo>
                    <a:pt x="1139096" y="777501"/>
                  </a:lnTo>
                  <a:lnTo>
                    <a:pt x="1163859" y="742875"/>
                  </a:lnTo>
                  <a:lnTo>
                    <a:pt x="1188622" y="709771"/>
                  </a:lnTo>
                  <a:lnTo>
                    <a:pt x="1213385" y="678110"/>
                  </a:lnTo>
                  <a:lnTo>
                    <a:pt x="1238148" y="647809"/>
                  </a:lnTo>
                  <a:lnTo>
                    <a:pt x="1262911" y="618790"/>
                  </a:lnTo>
                  <a:lnTo>
                    <a:pt x="1287674" y="590971"/>
                  </a:lnTo>
                  <a:lnTo>
                    <a:pt x="1312437" y="564273"/>
                  </a:lnTo>
                  <a:lnTo>
                    <a:pt x="1337200" y="538614"/>
                  </a:lnTo>
                  <a:lnTo>
                    <a:pt x="1361963" y="513915"/>
                  </a:lnTo>
                  <a:lnTo>
                    <a:pt x="1386726" y="490095"/>
                  </a:lnTo>
                  <a:lnTo>
                    <a:pt x="1411489" y="467074"/>
                  </a:lnTo>
                  <a:lnTo>
                    <a:pt x="1436252" y="444771"/>
                  </a:lnTo>
                  <a:lnTo>
                    <a:pt x="1461014" y="423107"/>
                  </a:lnTo>
                  <a:lnTo>
                    <a:pt x="1485777" y="401999"/>
                  </a:lnTo>
                  <a:lnTo>
                    <a:pt x="1510540" y="381369"/>
                  </a:lnTo>
                  <a:lnTo>
                    <a:pt x="1535303" y="361136"/>
                  </a:lnTo>
                  <a:lnTo>
                    <a:pt x="1560066" y="341220"/>
                  </a:lnTo>
                  <a:lnTo>
                    <a:pt x="1584829" y="321539"/>
                  </a:lnTo>
                  <a:lnTo>
                    <a:pt x="1609592" y="302014"/>
                  </a:lnTo>
                  <a:lnTo>
                    <a:pt x="1634355" y="282564"/>
                  </a:lnTo>
                  <a:lnTo>
                    <a:pt x="1659118" y="263110"/>
                  </a:lnTo>
                  <a:lnTo>
                    <a:pt x="1683881" y="243570"/>
                  </a:lnTo>
                  <a:lnTo>
                    <a:pt x="1708644" y="223864"/>
                  </a:lnTo>
                  <a:lnTo>
                    <a:pt x="1733407" y="203911"/>
                  </a:lnTo>
                  <a:lnTo>
                    <a:pt x="1758170" y="183633"/>
                  </a:lnTo>
                  <a:lnTo>
                    <a:pt x="1782933" y="162947"/>
                  </a:lnTo>
                  <a:lnTo>
                    <a:pt x="1807696" y="141774"/>
                  </a:lnTo>
                  <a:lnTo>
                    <a:pt x="1832459" y="120033"/>
                  </a:lnTo>
                  <a:lnTo>
                    <a:pt x="1857222" y="97644"/>
                  </a:lnTo>
                  <a:lnTo>
                    <a:pt x="1881985" y="74527"/>
                  </a:lnTo>
                  <a:lnTo>
                    <a:pt x="1906748" y="50600"/>
                  </a:lnTo>
                  <a:lnTo>
                    <a:pt x="1931511" y="25785"/>
                  </a:lnTo>
                  <a:lnTo>
                    <a:pt x="1956274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2025-10-13T14:46:45Z</dcterms:modified>
  <cp:category/>
</cp:coreProperties>
</file>