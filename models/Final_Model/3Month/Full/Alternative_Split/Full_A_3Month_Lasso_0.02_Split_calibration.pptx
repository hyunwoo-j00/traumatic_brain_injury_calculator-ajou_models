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  <p:sldId id="257" r:id="rId9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Relationship Id="rId9" Type="http://schemas.openxmlformats.org/officeDocument/2006/relationships/slide" Target="slides/slide2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_rels/slide2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Calibration: Train (N=1849, events=771)</a:t>
            </a:r>
          </a:p>
        </p:txBody>
      </p:sp>
      <p:grpSp xmlns:pic="http://schemas.openxmlformats.org/drawingml/2006/picture">
        <p:nvGrpSpPr>
          <p:cNvPr id="3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4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2369493" y="1600200"/>
              <a:ext cx="4405012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2930145" y="5090346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2930145" y="4233881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2930145" y="3377416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2930145" y="2520952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3529671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4386135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5242600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6099065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3"/>
            <p:cNvSpPr/>
            <p:nvPr/>
          </p:nvSpPr>
          <p:spPr>
            <a:xfrm>
              <a:off x="2930145" y="551857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4"/>
            <p:cNvSpPr/>
            <p:nvPr/>
          </p:nvSpPr>
          <p:spPr>
            <a:xfrm>
              <a:off x="2930145" y="4662114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5"/>
            <p:cNvSpPr/>
            <p:nvPr/>
          </p:nvSpPr>
          <p:spPr>
            <a:xfrm>
              <a:off x="2930145" y="380564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6"/>
            <p:cNvSpPr/>
            <p:nvPr/>
          </p:nvSpPr>
          <p:spPr>
            <a:xfrm>
              <a:off x="2930145" y="2949184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7"/>
            <p:cNvSpPr/>
            <p:nvPr/>
          </p:nvSpPr>
          <p:spPr>
            <a:xfrm>
              <a:off x="2930145" y="209271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8"/>
            <p:cNvSpPr/>
            <p:nvPr/>
          </p:nvSpPr>
          <p:spPr>
            <a:xfrm>
              <a:off x="3101438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3957903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4814368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1"/>
            <p:cNvSpPr/>
            <p:nvPr/>
          </p:nvSpPr>
          <p:spPr>
            <a:xfrm>
              <a:off x="5670833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2"/>
            <p:cNvSpPr/>
            <p:nvPr/>
          </p:nvSpPr>
          <p:spPr>
            <a:xfrm>
              <a:off x="6527297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3"/>
            <p:cNvSpPr/>
            <p:nvPr/>
          </p:nvSpPr>
          <p:spPr>
            <a:xfrm>
              <a:off x="2930145" y="1921426"/>
              <a:ext cx="3768445" cy="3768445"/>
            </a:xfrm>
            <a:custGeom>
              <a:avLst/>
              <a:pathLst>
                <a:path w="3768445" h="3768445">
                  <a:moveTo>
                    <a:pt x="0" y="3768445"/>
                  </a:move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" name="pt24"/>
            <p:cNvSpPr/>
            <p:nvPr/>
          </p:nvSpPr>
          <p:spPr>
            <a:xfrm>
              <a:off x="3278782" y="5319905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5"/>
            <p:cNvSpPr/>
            <p:nvPr/>
          </p:nvSpPr>
          <p:spPr>
            <a:xfrm>
              <a:off x="3418528" y="5486568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6"/>
            <p:cNvSpPr/>
            <p:nvPr/>
          </p:nvSpPr>
          <p:spPr>
            <a:xfrm>
              <a:off x="3544573" y="5245832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7"/>
            <p:cNvSpPr/>
            <p:nvPr/>
          </p:nvSpPr>
          <p:spPr>
            <a:xfrm>
              <a:off x="3707780" y="4875469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8"/>
            <p:cNvSpPr/>
            <p:nvPr/>
          </p:nvSpPr>
          <p:spPr>
            <a:xfrm>
              <a:off x="3953349" y="4523624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29"/>
            <p:cNvSpPr/>
            <p:nvPr/>
          </p:nvSpPr>
          <p:spPr>
            <a:xfrm>
              <a:off x="4358966" y="4257727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0"/>
            <p:cNvSpPr/>
            <p:nvPr/>
          </p:nvSpPr>
          <p:spPr>
            <a:xfrm>
              <a:off x="4925501" y="3653271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1"/>
            <p:cNvSpPr/>
            <p:nvPr/>
          </p:nvSpPr>
          <p:spPr>
            <a:xfrm>
              <a:off x="5489652" y="2708844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2"/>
            <p:cNvSpPr/>
            <p:nvPr/>
          </p:nvSpPr>
          <p:spPr>
            <a:xfrm>
              <a:off x="5998695" y="2412554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3"/>
            <p:cNvSpPr/>
            <p:nvPr/>
          </p:nvSpPr>
          <p:spPr>
            <a:xfrm>
              <a:off x="6302922" y="2097745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4"/>
            <p:cNvSpPr/>
            <p:nvPr/>
          </p:nvSpPr>
          <p:spPr>
            <a:xfrm>
              <a:off x="3310793" y="2142550"/>
              <a:ext cx="3024139" cy="3365952"/>
            </a:xfrm>
            <a:custGeom>
              <a:avLst/>
              <a:pathLst>
                <a:path w="3024139" h="3365952">
                  <a:moveTo>
                    <a:pt x="0" y="3365952"/>
                  </a:moveTo>
                  <a:lnTo>
                    <a:pt x="38280" y="3318398"/>
                  </a:lnTo>
                  <a:lnTo>
                    <a:pt x="76560" y="3270839"/>
                  </a:lnTo>
                  <a:lnTo>
                    <a:pt x="114840" y="3223033"/>
                  </a:lnTo>
                  <a:lnTo>
                    <a:pt x="153120" y="3174735"/>
                  </a:lnTo>
                  <a:lnTo>
                    <a:pt x="191401" y="3125898"/>
                  </a:lnTo>
                  <a:lnTo>
                    <a:pt x="229681" y="3076916"/>
                  </a:lnTo>
                  <a:lnTo>
                    <a:pt x="267961" y="3028236"/>
                  </a:lnTo>
                  <a:lnTo>
                    <a:pt x="306241" y="2979184"/>
                  </a:lnTo>
                  <a:lnTo>
                    <a:pt x="344522" y="2929502"/>
                  </a:lnTo>
                  <a:lnTo>
                    <a:pt x="382802" y="2879918"/>
                  </a:lnTo>
                  <a:lnTo>
                    <a:pt x="421082" y="2831155"/>
                  </a:lnTo>
                  <a:lnTo>
                    <a:pt x="459362" y="2781670"/>
                  </a:lnTo>
                  <a:lnTo>
                    <a:pt x="497643" y="2728103"/>
                  </a:lnTo>
                  <a:lnTo>
                    <a:pt x="535923" y="2672341"/>
                  </a:lnTo>
                  <a:lnTo>
                    <a:pt x="574203" y="2616434"/>
                  </a:lnTo>
                  <a:lnTo>
                    <a:pt x="612483" y="2562434"/>
                  </a:lnTo>
                  <a:lnTo>
                    <a:pt x="650764" y="2512391"/>
                  </a:lnTo>
                  <a:lnTo>
                    <a:pt x="689044" y="2467919"/>
                  </a:lnTo>
                  <a:lnTo>
                    <a:pt x="727324" y="2425864"/>
                  </a:lnTo>
                  <a:lnTo>
                    <a:pt x="765604" y="2385012"/>
                  </a:lnTo>
                  <a:lnTo>
                    <a:pt x="803885" y="2345189"/>
                  </a:lnTo>
                  <a:lnTo>
                    <a:pt x="842165" y="2306221"/>
                  </a:lnTo>
                  <a:lnTo>
                    <a:pt x="880445" y="2267933"/>
                  </a:lnTo>
                  <a:lnTo>
                    <a:pt x="918725" y="2230151"/>
                  </a:lnTo>
                  <a:lnTo>
                    <a:pt x="957006" y="2192701"/>
                  </a:lnTo>
                  <a:lnTo>
                    <a:pt x="995286" y="2155409"/>
                  </a:lnTo>
                  <a:lnTo>
                    <a:pt x="1033566" y="2118100"/>
                  </a:lnTo>
                  <a:lnTo>
                    <a:pt x="1071846" y="2080601"/>
                  </a:lnTo>
                  <a:lnTo>
                    <a:pt x="1110127" y="2042907"/>
                  </a:lnTo>
                  <a:lnTo>
                    <a:pt x="1148407" y="2005257"/>
                  </a:lnTo>
                  <a:lnTo>
                    <a:pt x="1186687" y="1967564"/>
                  </a:lnTo>
                  <a:lnTo>
                    <a:pt x="1224967" y="1929725"/>
                  </a:lnTo>
                  <a:lnTo>
                    <a:pt x="1263248" y="1891641"/>
                  </a:lnTo>
                  <a:lnTo>
                    <a:pt x="1301528" y="1853209"/>
                  </a:lnTo>
                  <a:lnTo>
                    <a:pt x="1339808" y="1814330"/>
                  </a:lnTo>
                  <a:lnTo>
                    <a:pt x="1378088" y="1774901"/>
                  </a:lnTo>
                  <a:lnTo>
                    <a:pt x="1416369" y="1734822"/>
                  </a:lnTo>
                  <a:lnTo>
                    <a:pt x="1454649" y="1693992"/>
                  </a:lnTo>
                  <a:lnTo>
                    <a:pt x="1492929" y="1652310"/>
                  </a:lnTo>
                  <a:lnTo>
                    <a:pt x="1531209" y="1609674"/>
                  </a:lnTo>
                  <a:lnTo>
                    <a:pt x="1569490" y="1565984"/>
                  </a:lnTo>
                  <a:lnTo>
                    <a:pt x="1607770" y="1521139"/>
                  </a:lnTo>
                  <a:lnTo>
                    <a:pt x="1646050" y="1475037"/>
                  </a:lnTo>
                  <a:lnTo>
                    <a:pt x="1684330" y="1427454"/>
                  </a:lnTo>
                  <a:lnTo>
                    <a:pt x="1722611" y="1378413"/>
                  </a:lnTo>
                  <a:lnTo>
                    <a:pt x="1760891" y="1328202"/>
                  </a:lnTo>
                  <a:lnTo>
                    <a:pt x="1799171" y="1277108"/>
                  </a:lnTo>
                  <a:lnTo>
                    <a:pt x="1837451" y="1225420"/>
                  </a:lnTo>
                  <a:lnTo>
                    <a:pt x="1875732" y="1173426"/>
                  </a:lnTo>
                  <a:lnTo>
                    <a:pt x="1914012" y="1121415"/>
                  </a:lnTo>
                  <a:lnTo>
                    <a:pt x="1952292" y="1069674"/>
                  </a:lnTo>
                  <a:lnTo>
                    <a:pt x="1990572" y="1018492"/>
                  </a:lnTo>
                  <a:lnTo>
                    <a:pt x="2028853" y="968156"/>
                  </a:lnTo>
                  <a:lnTo>
                    <a:pt x="2067133" y="918956"/>
                  </a:lnTo>
                  <a:lnTo>
                    <a:pt x="2105413" y="871180"/>
                  </a:lnTo>
                  <a:lnTo>
                    <a:pt x="2143693" y="825114"/>
                  </a:lnTo>
                  <a:lnTo>
                    <a:pt x="2181974" y="781049"/>
                  </a:lnTo>
                  <a:lnTo>
                    <a:pt x="2220254" y="739198"/>
                  </a:lnTo>
                  <a:lnTo>
                    <a:pt x="2258534" y="698132"/>
                  </a:lnTo>
                  <a:lnTo>
                    <a:pt x="2296814" y="657255"/>
                  </a:lnTo>
                  <a:lnTo>
                    <a:pt x="2335095" y="616644"/>
                  </a:lnTo>
                  <a:lnTo>
                    <a:pt x="2373375" y="576374"/>
                  </a:lnTo>
                  <a:lnTo>
                    <a:pt x="2411655" y="536522"/>
                  </a:lnTo>
                  <a:lnTo>
                    <a:pt x="2449935" y="497164"/>
                  </a:lnTo>
                  <a:lnTo>
                    <a:pt x="2488216" y="458376"/>
                  </a:lnTo>
                  <a:lnTo>
                    <a:pt x="2526496" y="420235"/>
                  </a:lnTo>
                  <a:lnTo>
                    <a:pt x="2564776" y="382816"/>
                  </a:lnTo>
                  <a:lnTo>
                    <a:pt x="2603056" y="346197"/>
                  </a:lnTo>
                  <a:lnTo>
                    <a:pt x="2641337" y="310453"/>
                  </a:lnTo>
                  <a:lnTo>
                    <a:pt x="2679617" y="275661"/>
                  </a:lnTo>
                  <a:lnTo>
                    <a:pt x="2717897" y="241896"/>
                  </a:lnTo>
                  <a:lnTo>
                    <a:pt x="2756177" y="209078"/>
                  </a:lnTo>
                  <a:lnTo>
                    <a:pt x="2794458" y="177030"/>
                  </a:lnTo>
                  <a:lnTo>
                    <a:pt x="2832738" y="145735"/>
                  </a:lnTo>
                  <a:lnTo>
                    <a:pt x="2871018" y="115178"/>
                  </a:lnTo>
                  <a:lnTo>
                    <a:pt x="2909298" y="85342"/>
                  </a:lnTo>
                  <a:lnTo>
                    <a:pt x="2947579" y="56211"/>
                  </a:lnTo>
                  <a:lnTo>
                    <a:pt x="2985859" y="27769"/>
                  </a:lnTo>
                  <a:lnTo>
                    <a:pt x="3024139" y="0"/>
                  </a:lnTo>
                </a:path>
              </a:pathLst>
            </a:custGeom>
            <a:ln w="29565" cap="flat">
              <a:solidFill>
                <a:srgbClr val="3366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tx35"/>
            <p:cNvSpPr/>
            <p:nvPr/>
          </p:nvSpPr>
          <p:spPr>
            <a:xfrm>
              <a:off x="2624530" y="547309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2624530" y="4616632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38" name="tx37"/>
            <p:cNvSpPr/>
            <p:nvPr/>
          </p:nvSpPr>
          <p:spPr>
            <a:xfrm>
              <a:off x="2624530" y="376016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39" name="tx38"/>
            <p:cNvSpPr/>
            <p:nvPr/>
          </p:nvSpPr>
          <p:spPr>
            <a:xfrm>
              <a:off x="2624530" y="2903702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40" name="tx39"/>
            <p:cNvSpPr/>
            <p:nvPr/>
          </p:nvSpPr>
          <p:spPr>
            <a:xfrm>
              <a:off x="2624530" y="204723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41" name="tx40"/>
            <p:cNvSpPr/>
            <p:nvPr/>
          </p:nvSpPr>
          <p:spPr>
            <a:xfrm>
              <a:off x="298279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42" name="tx41"/>
            <p:cNvSpPr/>
            <p:nvPr/>
          </p:nvSpPr>
          <p:spPr>
            <a:xfrm>
              <a:off x="3839257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43" name="tx42"/>
            <p:cNvSpPr/>
            <p:nvPr/>
          </p:nvSpPr>
          <p:spPr>
            <a:xfrm>
              <a:off x="469572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44" name="tx43"/>
            <p:cNvSpPr/>
            <p:nvPr/>
          </p:nvSpPr>
          <p:spPr>
            <a:xfrm>
              <a:off x="5552187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45" name="tx44"/>
            <p:cNvSpPr/>
            <p:nvPr/>
          </p:nvSpPr>
          <p:spPr>
            <a:xfrm>
              <a:off x="640865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46" name="tx45"/>
            <p:cNvSpPr/>
            <p:nvPr/>
          </p:nvSpPr>
          <p:spPr>
            <a:xfrm>
              <a:off x="4123954" y="5877011"/>
              <a:ext cx="1380827" cy="1411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Predicted probability</a:t>
              </a:r>
            </a:p>
          </p:txBody>
        </p:sp>
        <p:sp>
          <p:nvSpPr>
            <p:cNvPr id="47" name="tx46"/>
            <p:cNvSpPr/>
            <p:nvPr/>
          </p:nvSpPr>
          <p:spPr>
            <a:xfrm rot="-5400000">
              <a:off x="1807643" y="3749206"/>
              <a:ext cx="1380827" cy="1128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Observed event rate</a:t>
              </a:r>
            </a:p>
          </p:txBody>
        </p:sp>
        <p:sp>
          <p:nvSpPr>
            <p:cNvPr id="48" name="tx47"/>
            <p:cNvSpPr/>
            <p:nvPr/>
          </p:nvSpPr>
          <p:spPr>
            <a:xfrm>
              <a:off x="2930145" y="1635395"/>
              <a:ext cx="1463486" cy="171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Calibration (Train)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Calibration: Test (N=461, events=192)</a:t>
            </a:r>
          </a:p>
        </p:txBody>
      </p:sp>
      <p:grpSp xmlns:pic="http://schemas.openxmlformats.org/drawingml/2006/picture">
        <p:nvGrpSpPr>
          <p:cNvPr id="3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4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2369493" y="1600200"/>
              <a:ext cx="4405012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2930145" y="5090346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2930145" y="4233881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2930145" y="3377416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2930145" y="2520952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3529671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4386135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5242600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6099065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3"/>
            <p:cNvSpPr/>
            <p:nvPr/>
          </p:nvSpPr>
          <p:spPr>
            <a:xfrm>
              <a:off x="2930145" y="551857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4"/>
            <p:cNvSpPr/>
            <p:nvPr/>
          </p:nvSpPr>
          <p:spPr>
            <a:xfrm>
              <a:off x="2930145" y="4662114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5"/>
            <p:cNvSpPr/>
            <p:nvPr/>
          </p:nvSpPr>
          <p:spPr>
            <a:xfrm>
              <a:off x="2930145" y="380564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6"/>
            <p:cNvSpPr/>
            <p:nvPr/>
          </p:nvSpPr>
          <p:spPr>
            <a:xfrm>
              <a:off x="2930145" y="2949184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7"/>
            <p:cNvSpPr/>
            <p:nvPr/>
          </p:nvSpPr>
          <p:spPr>
            <a:xfrm>
              <a:off x="2930145" y="209271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8"/>
            <p:cNvSpPr/>
            <p:nvPr/>
          </p:nvSpPr>
          <p:spPr>
            <a:xfrm>
              <a:off x="3101438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3957903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4814368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1"/>
            <p:cNvSpPr/>
            <p:nvPr/>
          </p:nvSpPr>
          <p:spPr>
            <a:xfrm>
              <a:off x="5670833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2"/>
            <p:cNvSpPr/>
            <p:nvPr/>
          </p:nvSpPr>
          <p:spPr>
            <a:xfrm>
              <a:off x="6527297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3"/>
            <p:cNvSpPr/>
            <p:nvPr/>
          </p:nvSpPr>
          <p:spPr>
            <a:xfrm>
              <a:off x="2930145" y="1921426"/>
              <a:ext cx="3768445" cy="3768445"/>
            </a:xfrm>
            <a:custGeom>
              <a:avLst/>
              <a:pathLst>
                <a:path w="3768445" h="3768445">
                  <a:moveTo>
                    <a:pt x="0" y="3768445"/>
                  </a:move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" name="pt24"/>
            <p:cNvSpPr/>
            <p:nvPr/>
          </p:nvSpPr>
          <p:spPr>
            <a:xfrm>
              <a:off x="3282444" y="5413678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5"/>
            <p:cNvSpPr/>
            <p:nvPr/>
          </p:nvSpPr>
          <p:spPr>
            <a:xfrm>
              <a:off x="3409591" y="5412093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6"/>
            <p:cNvSpPr/>
            <p:nvPr/>
          </p:nvSpPr>
          <p:spPr>
            <a:xfrm>
              <a:off x="3529170" y="5188667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7"/>
            <p:cNvSpPr/>
            <p:nvPr/>
          </p:nvSpPr>
          <p:spPr>
            <a:xfrm>
              <a:off x="3688525" y="5263143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8"/>
            <p:cNvSpPr/>
            <p:nvPr/>
          </p:nvSpPr>
          <p:spPr>
            <a:xfrm>
              <a:off x="3992227" y="4443915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29"/>
            <p:cNvSpPr/>
            <p:nvPr/>
          </p:nvSpPr>
          <p:spPr>
            <a:xfrm>
              <a:off x="4428104" y="3997064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0"/>
            <p:cNvSpPr/>
            <p:nvPr/>
          </p:nvSpPr>
          <p:spPr>
            <a:xfrm>
              <a:off x="4895140" y="3624688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1"/>
            <p:cNvSpPr/>
            <p:nvPr/>
          </p:nvSpPr>
          <p:spPr>
            <a:xfrm>
              <a:off x="5432082" y="2879936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2"/>
            <p:cNvSpPr/>
            <p:nvPr/>
          </p:nvSpPr>
          <p:spPr>
            <a:xfrm>
              <a:off x="5927832" y="2284135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3"/>
            <p:cNvSpPr/>
            <p:nvPr/>
          </p:nvSpPr>
          <p:spPr>
            <a:xfrm>
              <a:off x="6303867" y="2060709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4"/>
            <p:cNvSpPr/>
            <p:nvPr/>
          </p:nvSpPr>
          <p:spPr>
            <a:xfrm>
              <a:off x="3314455" y="2041198"/>
              <a:ext cx="3021422" cy="3459191"/>
            </a:xfrm>
            <a:custGeom>
              <a:avLst/>
              <a:pathLst>
                <a:path w="3021422" h="3459191">
                  <a:moveTo>
                    <a:pt x="0" y="3459191"/>
                  </a:moveTo>
                  <a:lnTo>
                    <a:pt x="38245" y="3430114"/>
                  </a:lnTo>
                  <a:lnTo>
                    <a:pt x="76491" y="3399377"/>
                  </a:lnTo>
                  <a:lnTo>
                    <a:pt x="114737" y="3366443"/>
                  </a:lnTo>
                  <a:lnTo>
                    <a:pt x="152983" y="3330857"/>
                  </a:lnTo>
                  <a:lnTo>
                    <a:pt x="191229" y="3292887"/>
                  </a:lnTo>
                  <a:lnTo>
                    <a:pt x="229475" y="3253166"/>
                  </a:lnTo>
                  <a:lnTo>
                    <a:pt x="267720" y="3211924"/>
                  </a:lnTo>
                  <a:lnTo>
                    <a:pt x="305966" y="3167921"/>
                  </a:lnTo>
                  <a:lnTo>
                    <a:pt x="344212" y="3121826"/>
                  </a:lnTo>
                  <a:lnTo>
                    <a:pt x="382458" y="3074589"/>
                  </a:lnTo>
                  <a:lnTo>
                    <a:pt x="420704" y="3026755"/>
                  </a:lnTo>
                  <a:lnTo>
                    <a:pt x="458950" y="2975206"/>
                  </a:lnTo>
                  <a:lnTo>
                    <a:pt x="497196" y="2919899"/>
                  </a:lnTo>
                  <a:lnTo>
                    <a:pt x="535441" y="2861859"/>
                  </a:lnTo>
                  <a:lnTo>
                    <a:pt x="573687" y="2802109"/>
                  </a:lnTo>
                  <a:lnTo>
                    <a:pt x="611933" y="2741673"/>
                  </a:lnTo>
                  <a:lnTo>
                    <a:pt x="650179" y="2681574"/>
                  </a:lnTo>
                  <a:lnTo>
                    <a:pt x="688425" y="2622837"/>
                  </a:lnTo>
                  <a:lnTo>
                    <a:pt x="726671" y="2565848"/>
                  </a:lnTo>
                  <a:lnTo>
                    <a:pt x="764917" y="2506714"/>
                  </a:lnTo>
                  <a:lnTo>
                    <a:pt x="803162" y="2445321"/>
                  </a:lnTo>
                  <a:lnTo>
                    <a:pt x="841408" y="2382569"/>
                  </a:lnTo>
                  <a:lnTo>
                    <a:pt x="879654" y="2319357"/>
                  </a:lnTo>
                  <a:lnTo>
                    <a:pt x="917900" y="2256582"/>
                  </a:lnTo>
                  <a:lnTo>
                    <a:pt x="956146" y="2195145"/>
                  </a:lnTo>
                  <a:lnTo>
                    <a:pt x="994392" y="2135943"/>
                  </a:lnTo>
                  <a:lnTo>
                    <a:pt x="1032638" y="2079877"/>
                  </a:lnTo>
                  <a:lnTo>
                    <a:pt x="1070883" y="2027844"/>
                  </a:lnTo>
                  <a:lnTo>
                    <a:pt x="1109129" y="1980744"/>
                  </a:lnTo>
                  <a:lnTo>
                    <a:pt x="1147375" y="1939473"/>
                  </a:lnTo>
                  <a:lnTo>
                    <a:pt x="1185621" y="1903007"/>
                  </a:lnTo>
                  <a:lnTo>
                    <a:pt x="1223867" y="1869542"/>
                  </a:lnTo>
                  <a:lnTo>
                    <a:pt x="1262113" y="1838410"/>
                  </a:lnTo>
                  <a:lnTo>
                    <a:pt x="1300359" y="1808944"/>
                  </a:lnTo>
                  <a:lnTo>
                    <a:pt x="1338604" y="1780476"/>
                  </a:lnTo>
                  <a:lnTo>
                    <a:pt x="1376850" y="1752337"/>
                  </a:lnTo>
                  <a:lnTo>
                    <a:pt x="1415096" y="1723860"/>
                  </a:lnTo>
                  <a:lnTo>
                    <a:pt x="1453342" y="1694378"/>
                  </a:lnTo>
                  <a:lnTo>
                    <a:pt x="1491588" y="1663222"/>
                  </a:lnTo>
                  <a:lnTo>
                    <a:pt x="1529834" y="1629724"/>
                  </a:lnTo>
                  <a:lnTo>
                    <a:pt x="1568080" y="1593217"/>
                  </a:lnTo>
                  <a:lnTo>
                    <a:pt x="1606325" y="1553033"/>
                  </a:lnTo>
                  <a:lnTo>
                    <a:pt x="1644571" y="1509691"/>
                  </a:lnTo>
                  <a:lnTo>
                    <a:pt x="1682817" y="1465185"/>
                  </a:lnTo>
                  <a:lnTo>
                    <a:pt x="1721063" y="1419749"/>
                  </a:lnTo>
                  <a:lnTo>
                    <a:pt x="1759309" y="1373573"/>
                  </a:lnTo>
                  <a:lnTo>
                    <a:pt x="1797555" y="1326847"/>
                  </a:lnTo>
                  <a:lnTo>
                    <a:pt x="1835801" y="1279759"/>
                  </a:lnTo>
                  <a:lnTo>
                    <a:pt x="1874046" y="1232500"/>
                  </a:lnTo>
                  <a:lnTo>
                    <a:pt x="1912292" y="1185259"/>
                  </a:lnTo>
                  <a:lnTo>
                    <a:pt x="1950538" y="1138227"/>
                  </a:lnTo>
                  <a:lnTo>
                    <a:pt x="1988784" y="1091592"/>
                  </a:lnTo>
                  <a:lnTo>
                    <a:pt x="2027030" y="1045545"/>
                  </a:lnTo>
                  <a:lnTo>
                    <a:pt x="2065276" y="1000275"/>
                  </a:lnTo>
                  <a:lnTo>
                    <a:pt x="2103522" y="955972"/>
                  </a:lnTo>
                  <a:lnTo>
                    <a:pt x="2141767" y="912825"/>
                  </a:lnTo>
                  <a:lnTo>
                    <a:pt x="2180013" y="870501"/>
                  </a:lnTo>
                  <a:lnTo>
                    <a:pt x="2218259" y="828026"/>
                  </a:lnTo>
                  <a:lnTo>
                    <a:pt x="2256505" y="785444"/>
                  </a:lnTo>
                  <a:lnTo>
                    <a:pt x="2294751" y="742832"/>
                  </a:lnTo>
                  <a:lnTo>
                    <a:pt x="2332997" y="700271"/>
                  </a:lnTo>
                  <a:lnTo>
                    <a:pt x="2371242" y="657836"/>
                  </a:lnTo>
                  <a:lnTo>
                    <a:pt x="2409488" y="615607"/>
                  </a:lnTo>
                  <a:lnTo>
                    <a:pt x="2447734" y="573662"/>
                  </a:lnTo>
                  <a:lnTo>
                    <a:pt x="2485980" y="532078"/>
                  </a:lnTo>
                  <a:lnTo>
                    <a:pt x="2524226" y="490934"/>
                  </a:lnTo>
                  <a:lnTo>
                    <a:pt x="2562472" y="450309"/>
                  </a:lnTo>
                  <a:lnTo>
                    <a:pt x="2600718" y="410279"/>
                  </a:lnTo>
                  <a:lnTo>
                    <a:pt x="2638963" y="370924"/>
                  </a:lnTo>
                  <a:lnTo>
                    <a:pt x="2677209" y="332167"/>
                  </a:lnTo>
                  <a:lnTo>
                    <a:pt x="2715455" y="293764"/>
                  </a:lnTo>
                  <a:lnTo>
                    <a:pt x="2753701" y="255716"/>
                  </a:lnTo>
                  <a:lnTo>
                    <a:pt x="2791947" y="218031"/>
                  </a:lnTo>
                  <a:lnTo>
                    <a:pt x="2830193" y="180717"/>
                  </a:lnTo>
                  <a:lnTo>
                    <a:pt x="2868439" y="143783"/>
                  </a:lnTo>
                  <a:lnTo>
                    <a:pt x="2906684" y="107236"/>
                  </a:lnTo>
                  <a:lnTo>
                    <a:pt x="2944930" y="71084"/>
                  </a:lnTo>
                  <a:lnTo>
                    <a:pt x="2983176" y="35336"/>
                  </a:lnTo>
                  <a:lnTo>
                    <a:pt x="3021422" y="0"/>
                  </a:lnTo>
                </a:path>
              </a:pathLst>
            </a:custGeom>
            <a:ln w="29565" cap="flat">
              <a:solidFill>
                <a:srgbClr val="3366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tx35"/>
            <p:cNvSpPr/>
            <p:nvPr/>
          </p:nvSpPr>
          <p:spPr>
            <a:xfrm>
              <a:off x="2624530" y="547309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2624530" y="4616632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38" name="tx37"/>
            <p:cNvSpPr/>
            <p:nvPr/>
          </p:nvSpPr>
          <p:spPr>
            <a:xfrm>
              <a:off x="2624530" y="376016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39" name="tx38"/>
            <p:cNvSpPr/>
            <p:nvPr/>
          </p:nvSpPr>
          <p:spPr>
            <a:xfrm>
              <a:off x="2624530" y="2903702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40" name="tx39"/>
            <p:cNvSpPr/>
            <p:nvPr/>
          </p:nvSpPr>
          <p:spPr>
            <a:xfrm>
              <a:off x="2624530" y="204723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41" name="tx40"/>
            <p:cNvSpPr/>
            <p:nvPr/>
          </p:nvSpPr>
          <p:spPr>
            <a:xfrm>
              <a:off x="298279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42" name="tx41"/>
            <p:cNvSpPr/>
            <p:nvPr/>
          </p:nvSpPr>
          <p:spPr>
            <a:xfrm>
              <a:off x="3839257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43" name="tx42"/>
            <p:cNvSpPr/>
            <p:nvPr/>
          </p:nvSpPr>
          <p:spPr>
            <a:xfrm>
              <a:off x="469572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44" name="tx43"/>
            <p:cNvSpPr/>
            <p:nvPr/>
          </p:nvSpPr>
          <p:spPr>
            <a:xfrm>
              <a:off x="5552187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45" name="tx44"/>
            <p:cNvSpPr/>
            <p:nvPr/>
          </p:nvSpPr>
          <p:spPr>
            <a:xfrm>
              <a:off x="640865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46" name="tx45"/>
            <p:cNvSpPr/>
            <p:nvPr/>
          </p:nvSpPr>
          <p:spPr>
            <a:xfrm>
              <a:off x="4123954" y="5877011"/>
              <a:ext cx="1380827" cy="1411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Predicted probability</a:t>
              </a:r>
            </a:p>
          </p:txBody>
        </p:sp>
        <p:sp>
          <p:nvSpPr>
            <p:cNvPr id="47" name="tx46"/>
            <p:cNvSpPr/>
            <p:nvPr/>
          </p:nvSpPr>
          <p:spPr>
            <a:xfrm rot="-5400000">
              <a:off x="1807643" y="3749206"/>
              <a:ext cx="1380827" cy="1128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Observed event rate</a:t>
              </a:r>
            </a:p>
          </p:txBody>
        </p:sp>
        <p:sp>
          <p:nvSpPr>
            <p:cNvPr id="48" name="tx47"/>
            <p:cNvSpPr/>
            <p:nvPr/>
          </p:nvSpPr>
          <p:spPr>
            <a:xfrm>
              <a:off x="2930145" y="1635395"/>
              <a:ext cx="1402496" cy="171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Calibration (Test)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2025-10-13T16:42:14Z</dcterms:modified>
  <cp:category/>
</cp:coreProperties>
</file>