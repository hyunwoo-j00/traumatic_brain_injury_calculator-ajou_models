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(N=2310, events=963)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99452" y="535309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40549" y="53975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64887" y="526411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11829" y="502682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28142" y="458190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87941" y="419630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875891" y="351410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516241" y="281706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6021526" y="229799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329647" y="2134862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31462" y="2137904"/>
              <a:ext cx="3030194" cy="3333468"/>
            </a:xfrm>
            <a:custGeom>
              <a:avLst/>
              <a:pathLst>
                <a:path w="3030194" h="3333468">
                  <a:moveTo>
                    <a:pt x="0" y="3333468"/>
                  </a:moveTo>
                  <a:lnTo>
                    <a:pt x="38356" y="3302375"/>
                  </a:lnTo>
                  <a:lnTo>
                    <a:pt x="76713" y="3269576"/>
                  </a:lnTo>
                  <a:lnTo>
                    <a:pt x="115070" y="3234872"/>
                  </a:lnTo>
                  <a:lnTo>
                    <a:pt x="153427" y="3198054"/>
                  </a:lnTo>
                  <a:lnTo>
                    <a:pt x="191784" y="3159012"/>
                  </a:lnTo>
                  <a:lnTo>
                    <a:pt x="230141" y="3118140"/>
                  </a:lnTo>
                  <a:lnTo>
                    <a:pt x="268498" y="3075913"/>
                  </a:lnTo>
                  <a:lnTo>
                    <a:pt x="306855" y="3031696"/>
                  </a:lnTo>
                  <a:lnTo>
                    <a:pt x="345212" y="2985337"/>
                  </a:lnTo>
                  <a:lnTo>
                    <a:pt x="383568" y="2937582"/>
                  </a:lnTo>
                  <a:lnTo>
                    <a:pt x="421925" y="2889008"/>
                  </a:lnTo>
                  <a:lnTo>
                    <a:pt x="460282" y="2836793"/>
                  </a:lnTo>
                  <a:lnTo>
                    <a:pt x="498639" y="2780928"/>
                  </a:lnTo>
                  <a:lnTo>
                    <a:pt x="536996" y="2723049"/>
                  </a:lnTo>
                  <a:lnTo>
                    <a:pt x="575353" y="2664789"/>
                  </a:lnTo>
                  <a:lnTo>
                    <a:pt x="613710" y="2607783"/>
                  </a:lnTo>
                  <a:lnTo>
                    <a:pt x="652067" y="2552449"/>
                  </a:lnTo>
                  <a:lnTo>
                    <a:pt x="690424" y="2495210"/>
                  </a:lnTo>
                  <a:lnTo>
                    <a:pt x="728781" y="2436341"/>
                  </a:lnTo>
                  <a:lnTo>
                    <a:pt x="767137" y="2376598"/>
                  </a:lnTo>
                  <a:lnTo>
                    <a:pt x="805494" y="2316732"/>
                  </a:lnTo>
                  <a:lnTo>
                    <a:pt x="843851" y="2257498"/>
                  </a:lnTo>
                  <a:lnTo>
                    <a:pt x="882208" y="2199649"/>
                  </a:lnTo>
                  <a:lnTo>
                    <a:pt x="920565" y="2143938"/>
                  </a:lnTo>
                  <a:lnTo>
                    <a:pt x="958922" y="2091121"/>
                  </a:lnTo>
                  <a:lnTo>
                    <a:pt x="997279" y="2041881"/>
                  </a:lnTo>
                  <a:lnTo>
                    <a:pt x="1035636" y="1994991"/>
                  </a:lnTo>
                  <a:lnTo>
                    <a:pt x="1073993" y="1949597"/>
                  </a:lnTo>
                  <a:lnTo>
                    <a:pt x="1112350" y="1905519"/>
                  </a:lnTo>
                  <a:lnTo>
                    <a:pt x="1150706" y="1862577"/>
                  </a:lnTo>
                  <a:lnTo>
                    <a:pt x="1189063" y="1820590"/>
                  </a:lnTo>
                  <a:lnTo>
                    <a:pt x="1227420" y="1779379"/>
                  </a:lnTo>
                  <a:lnTo>
                    <a:pt x="1265777" y="1738763"/>
                  </a:lnTo>
                  <a:lnTo>
                    <a:pt x="1304134" y="1698563"/>
                  </a:lnTo>
                  <a:lnTo>
                    <a:pt x="1342491" y="1658598"/>
                  </a:lnTo>
                  <a:lnTo>
                    <a:pt x="1380848" y="1618689"/>
                  </a:lnTo>
                  <a:lnTo>
                    <a:pt x="1419205" y="1578655"/>
                  </a:lnTo>
                  <a:lnTo>
                    <a:pt x="1457562" y="1538317"/>
                  </a:lnTo>
                  <a:lnTo>
                    <a:pt x="1495919" y="1497494"/>
                  </a:lnTo>
                  <a:lnTo>
                    <a:pt x="1534275" y="1456007"/>
                  </a:lnTo>
                  <a:lnTo>
                    <a:pt x="1572632" y="1413675"/>
                  </a:lnTo>
                  <a:lnTo>
                    <a:pt x="1610989" y="1370630"/>
                  </a:lnTo>
                  <a:lnTo>
                    <a:pt x="1649346" y="1327301"/>
                  </a:lnTo>
                  <a:lnTo>
                    <a:pt x="1687703" y="1283772"/>
                  </a:lnTo>
                  <a:lnTo>
                    <a:pt x="1726060" y="1240122"/>
                  </a:lnTo>
                  <a:lnTo>
                    <a:pt x="1764417" y="1196430"/>
                  </a:lnTo>
                  <a:lnTo>
                    <a:pt x="1802774" y="1152776"/>
                  </a:lnTo>
                  <a:lnTo>
                    <a:pt x="1841131" y="1109239"/>
                  </a:lnTo>
                  <a:lnTo>
                    <a:pt x="1879488" y="1065899"/>
                  </a:lnTo>
                  <a:lnTo>
                    <a:pt x="1917844" y="1022836"/>
                  </a:lnTo>
                  <a:lnTo>
                    <a:pt x="1956201" y="980128"/>
                  </a:lnTo>
                  <a:lnTo>
                    <a:pt x="1994558" y="937856"/>
                  </a:lnTo>
                  <a:lnTo>
                    <a:pt x="2032915" y="896098"/>
                  </a:lnTo>
                  <a:lnTo>
                    <a:pt x="2071272" y="854935"/>
                  </a:lnTo>
                  <a:lnTo>
                    <a:pt x="2109629" y="814446"/>
                  </a:lnTo>
                  <a:lnTo>
                    <a:pt x="2147986" y="774710"/>
                  </a:lnTo>
                  <a:lnTo>
                    <a:pt x="2186343" y="735807"/>
                  </a:lnTo>
                  <a:lnTo>
                    <a:pt x="2224700" y="697801"/>
                  </a:lnTo>
                  <a:lnTo>
                    <a:pt x="2263057" y="660287"/>
                  </a:lnTo>
                  <a:lnTo>
                    <a:pt x="2301413" y="623070"/>
                  </a:lnTo>
                  <a:lnTo>
                    <a:pt x="2339770" y="586177"/>
                  </a:lnTo>
                  <a:lnTo>
                    <a:pt x="2378127" y="549633"/>
                  </a:lnTo>
                  <a:lnTo>
                    <a:pt x="2416484" y="513463"/>
                  </a:lnTo>
                  <a:lnTo>
                    <a:pt x="2454841" y="477692"/>
                  </a:lnTo>
                  <a:lnTo>
                    <a:pt x="2493198" y="442346"/>
                  </a:lnTo>
                  <a:lnTo>
                    <a:pt x="2531555" y="407450"/>
                  </a:lnTo>
                  <a:lnTo>
                    <a:pt x="2569912" y="373029"/>
                  </a:lnTo>
                  <a:lnTo>
                    <a:pt x="2608269" y="339109"/>
                  </a:lnTo>
                  <a:lnTo>
                    <a:pt x="2646625" y="305714"/>
                  </a:lnTo>
                  <a:lnTo>
                    <a:pt x="2684982" y="272870"/>
                  </a:lnTo>
                  <a:lnTo>
                    <a:pt x="2723339" y="240603"/>
                  </a:lnTo>
                  <a:lnTo>
                    <a:pt x="2761696" y="208866"/>
                  </a:lnTo>
                  <a:lnTo>
                    <a:pt x="2800053" y="177605"/>
                  </a:lnTo>
                  <a:lnTo>
                    <a:pt x="2838410" y="146818"/>
                  </a:lnTo>
                  <a:lnTo>
                    <a:pt x="2876767" y="116507"/>
                  </a:lnTo>
                  <a:lnTo>
                    <a:pt x="2915124" y="86670"/>
                  </a:lnTo>
                  <a:lnTo>
                    <a:pt x="2953481" y="57306"/>
                  </a:lnTo>
                  <a:lnTo>
                    <a:pt x="2991838" y="28417"/>
                  </a:lnTo>
                  <a:lnTo>
                    <a:pt x="3030194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2025-10-13T16:43:07Z</dcterms:modified>
  <cp:category/>
</cp:coreProperties>
</file>