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(N=1849, events=771)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10778" y="535694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54439" y="533842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76065" y="533842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23380" y="494954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30157" y="45606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75513" y="431358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871956" y="346808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502618" y="278291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6012125" y="233848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321268" y="213478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42788" y="2163729"/>
              <a:ext cx="3010489" cy="3314684"/>
            </a:xfrm>
            <a:custGeom>
              <a:avLst/>
              <a:pathLst>
                <a:path w="3010489" h="3314684">
                  <a:moveTo>
                    <a:pt x="0" y="3314684"/>
                  </a:moveTo>
                  <a:lnTo>
                    <a:pt x="38107" y="3276956"/>
                  </a:lnTo>
                  <a:lnTo>
                    <a:pt x="76214" y="3238237"/>
                  </a:lnTo>
                  <a:lnTo>
                    <a:pt x="114322" y="3198316"/>
                  </a:lnTo>
                  <a:lnTo>
                    <a:pt x="152429" y="3156969"/>
                  </a:lnTo>
                  <a:lnTo>
                    <a:pt x="190537" y="3113986"/>
                  </a:lnTo>
                  <a:lnTo>
                    <a:pt x="228644" y="3069832"/>
                  </a:lnTo>
                  <a:lnTo>
                    <a:pt x="266752" y="3025148"/>
                  </a:lnTo>
                  <a:lnTo>
                    <a:pt x="304859" y="2979310"/>
                  </a:lnTo>
                  <a:lnTo>
                    <a:pt x="342967" y="2932002"/>
                  </a:lnTo>
                  <a:lnTo>
                    <a:pt x="381074" y="2884053"/>
                  </a:lnTo>
                  <a:lnTo>
                    <a:pt x="419182" y="2836195"/>
                  </a:lnTo>
                  <a:lnTo>
                    <a:pt x="457289" y="2785283"/>
                  </a:lnTo>
                  <a:lnTo>
                    <a:pt x="495397" y="2730977"/>
                  </a:lnTo>
                  <a:lnTo>
                    <a:pt x="533504" y="2675347"/>
                  </a:lnTo>
                  <a:lnTo>
                    <a:pt x="571611" y="2620463"/>
                  </a:lnTo>
                  <a:lnTo>
                    <a:pt x="609719" y="2568396"/>
                  </a:lnTo>
                  <a:lnTo>
                    <a:pt x="647826" y="2519208"/>
                  </a:lnTo>
                  <a:lnTo>
                    <a:pt x="685934" y="2469110"/>
                  </a:lnTo>
                  <a:lnTo>
                    <a:pt x="724041" y="2418192"/>
                  </a:lnTo>
                  <a:lnTo>
                    <a:pt x="762149" y="2366759"/>
                  </a:lnTo>
                  <a:lnTo>
                    <a:pt x="800256" y="2315115"/>
                  </a:lnTo>
                  <a:lnTo>
                    <a:pt x="838364" y="2263565"/>
                  </a:lnTo>
                  <a:lnTo>
                    <a:pt x="876471" y="2212411"/>
                  </a:lnTo>
                  <a:lnTo>
                    <a:pt x="914579" y="2161960"/>
                  </a:lnTo>
                  <a:lnTo>
                    <a:pt x="952686" y="2112513"/>
                  </a:lnTo>
                  <a:lnTo>
                    <a:pt x="990794" y="2064119"/>
                  </a:lnTo>
                  <a:lnTo>
                    <a:pt x="1028901" y="2016137"/>
                  </a:lnTo>
                  <a:lnTo>
                    <a:pt x="1067009" y="1968494"/>
                  </a:lnTo>
                  <a:lnTo>
                    <a:pt x="1105116" y="1921167"/>
                  </a:lnTo>
                  <a:lnTo>
                    <a:pt x="1143223" y="1874130"/>
                  </a:lnTo>
                  <a:lnTo>
                    <a:pt x="1181331" y="1827362"/>
                  </a:lnTo>
                  <a:lnTo>
                    <a:pt x="1219438" y="1780837"/>
                  </a:lnTo>
                  <a:lnTo>
                    <a:pt x="1257546" y="1734532"/>
                  </a:lnTo>
                  <a:lnTo>
                    <a:pt x="1295653" y="1688423"/>
                  </a:lnTo>
                  <a:lnTo>
                    <a:pt x="1333761" y="1642487"/>
                  </a:lnTo>
                  <a:lnTo>
                    <a:pt x="1371868" y="1596699"/>
                  </a:lnTo>
                  <a:lnTo>
                    <a:pt x="1409976" y="1551036"/>
                  </a:lnTo>
                  <a:lnTo>
                    <a:pt x="1448083" y="1505474"/>
                  </a:lnTo>
                  <a:lnTo>
                    <a:pt x="1486191" y="1459988"/>
                  </a:lnTo>
                  <a:lnTo>
                    <a:pt x="1524298" y="1414557"/>
                  </a:lnTo>
                  <a:lnTo>
                    <a:pt x="1562406" y="1369154"/>
                  </a:lnTo>
                  <a:lnTo>
                    <a:pt x="1600513" y="1323594"/>
                  </a:lnTo>
                  <a:lnTo>
                    <a:pt x="1638621" y="1277796"/>
                  </a:lnTo>
                  <a:lnTo>
                    <a:pt x="1676728" y="1231865"/>
                  </a:lnTo>
                  <a:lnTo>
                    <a:pt x="1714835" y="1185906"/>
                  </a:lnTo>
                  <a:lnTo>
                    <a:pt x="1752943" y="1140024"/>
                  </a:lnTo>
                  <a:lnTo>
                    <a:pt x="1791050" y="1094322"/>
                  </a:lnTo>
                  <a:lnTo>
                    <a:pt x="1829158" y="1048906"/>
                  </a:lnTo>
                  <a:lnTo>
                    <a:pt x="1867265" y="1003881"/>
                  </a:lnTo>
                  <a:lnTo>
                    <a:pt x="1905373" y="959350"/>
                  </a:lnTo>
                  <a:lnTo>
                    <a:pt x="1943480" y="915419"/>
                  </a:lnTo>
                  <a:lnTo>
                    <a:pt x="1981588" y="872193"/>
                  </a:lnTo>
                  <a:lnTo>
                    <a:pt x="2019695" y="829775"/>
                  </a:lnTo>
                  <a:lnTo>
                    <a:pt x="2057803" y="788271"/>
                  </a:lnTo>
                  <a:lnTo>
                    <a:pt x="2095910" y="747785"/>
                  </a:lnTo>
                  <a:lnTo>
                    <a:pt x="2134018" y="708422"/>
                  </a:lnTo>
                  <a:lnTo>
                    <a:pt x="2172125" y="670287"/>
                  </a:lnTo>
                  <a:lnTo>
                    <a:pt x="2210233" y="633385"/>
                  </a:lnTo>
                  <a:lnTo>
                    <a:pt x="2248340" y="597150"/>
                  </a:lnTo>
                  <a:lnTo>
                    <a:pt x="2286447" y="561482"/>
                  </a:lnTo>
                  <a:lnTo>
                    <a:pt x="2324555" y="526389"/>
                  </a:lnTo>
                  <a:lnTo>
                    <a:pt x="2362662" y="491878"/>
                  </a:lnTo>
                  <a:lnTo>
                    <a:pt x="2400770" y="457957"/>
                  </a:lnTo>
                  <a:lnTo>
                    <a:pt x="2438877" y="424636"/>
                  </a:lnTo>
                  <a:lnTo>
                    <a:pt x="2476985" y="391922"/>
                  </a:lnTo>
                  <a:lnTo>
                    <a:pt x="2515092" y="359822"/>
                  </a:lnTo>
                  <a:lnTo>
                    <a:pt x="2553200" y="328346"/>
                  </a:lnTo>
                  <a:lnTo>
                    <a:pt x="2591307" y="297501"/>
                  </a:lnTo>
                  <a:lnTo>
                    <a:pt x="2629415" y="267296"/>
                  </a:lnTo>
                  <a:lnTo>
                    <a:pt x="2667522" y="237738"/>
                  </a:lnTo>
                  <a:lnTo>
                    <a:pt x="2705630" y="208836"/>
                  </a:lnTo>
                  <a:lnTo>
                    <a:pt x="2743737" y="180569"/>
                  </a:lnTo>
                  <a:lnTo>
                    <a:pt x="2781845" y="152922"/>
                  </a:lnTo>
                  <a:lnTo>
                    <a:pt x="2819952" y="125894"/>
                  </a:lnTo>
                  <a:lnTo>
                    <a:pt x="2858059" y="99484"/>
                  </a:lnTo>
                  <a:lnTo>
                    <a:pt x="2896167" y="73690"/>
                  </a:lnTo>
                  <a:lnTo>
                    <a:pt x="2934274" y="48512"/>
                  </a:lnTo>
                  <a:lnTo>
                    <a:pt x="2972382" y="23949"/>
                  </a:lnTo>
                  <a:lnTo>
                    <a:pt x="3010489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(N=461, events=192)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11721" y="541367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41614" y="533761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67537" y="533761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23560" y="533761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83494" y="422049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374217" y="422049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900401" y="369916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61016" y="280546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75449" y="206070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326426" y="213518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43731" y="2041783"/>
              <a:ext cx="3014705" cy="3490825"/>
            </a:xfrm>
            <a:custGeom>
              <a:avLst/>
              <a:pathLst>
                <a:path w="3014705" h="3490825">
                  <a:moveTo>
                    <a:pt x="0" y="3490825"/>
                  </a:moveTo>
                  <a:lnTo>
                    <a:pt x="38160" y="3456121"/>
                  </a:lnTo>
                  <a:lnTo>
                    <a:pt x="76321" y="3419929"/>
                  </a:lnTo>
                  <a:lnTo>
                    <a:pt x="114482" y="3381320"/>
                  </a:lnTo>
                  <a:lnTo>
                    <a:pt x="152643" y="3339416"/>
                  </a:lnTo>
                  <a:lnTo>
                    <a:pt x="190804" y="3294463"/>
                  </a:lnTo>
                  <a:lnTo>
                    <a:pt x="228964" y="3247750"/>
                  </a:lnTo>
                  <a:lnTo>
                    <a:pt x="267125" y="3200367"/>
                  </a:lnTo>
                  <a:lnTo>
                    <a:pt x="305286" y="3149967"/>
                  </a:lnTo>
                  <a:lnTo>
                    <a:pt x="343447" y="3097012"/>
                  </a:lnTo>
                  <a:lnTo>
                    <a:pt x="381608" y="3043344"/>
                  </a:lnTo>
                  <a:lnTo>
                    <a:pt x="419769" y="2990563"/>
                  </a:lnTo>
                  <a:lnTo>
                    <a:pt x="457929" y="2933281"/>
                  </a:lnTo>
                  <a:lnTo>
                    <a:pt x="496090" y="2870397"/>
                  </a:lnTo>
                  <a:lnTo>
                    <a:pt x="534251" y="2804354"/>
                  </a:lnTo>
                  <a:lnTo>
                    <a:pt x="572412" y="2737592"/>
                  </a:lnTo>
                  <a:lnTo>
                    <a:pt x="610573" y="2672554"/>
                  </a:lnTo>
                  <a:lnTo>
                    <a:pt x="648734" y="2611681"/>
                  </a:lnTo>
                  <a:lnTo>
                    <a:pt x="686894" y="2556519"/>
                  </a:lnTo>
                  <a:lnTo>
                    <a:pt x="725055" y="2500574"/>
                  </a:lnTo>
                  <a:lnTo>
                    <a:pt x="763216" y="2442790"/>
                  </a:lnTo>
                  <a:lnTo>
                    <a:pt x="801377" y="2384100"/>
                  </a:lnTo>
                  <a:lnTo>
                    <a:pt x="839538" y="2325440"/>
                  </a:lnTo>
                  <a:lnTo>
                    <a:pt x="877699" y="2267743"/>
                  </a:lnTo>
                  <a:lnTo>
                    <a:pt x="915859" y="2211944"/>
                  </a:lnTo>
                  <a:lnTo>
                    <a:pt x="954020" y="2158976"/>
                  </a:lnTo>
                  <a:lnTo>
                    <a:pt x="992181" y="2109775"/>
                  </a:lnTo>
                  <a:lnTo>
                    <a:pt x="1030342" y="2065275"/>
                  </a:lnTo>
                  <a:lnTo>
                    <a:pt x="1068503" y="2026396"/>
                  </a:lnTo>
                  <a:lnTo>
                    <a:pt x="1106664" y="1993017"/>
                  </a:lnTo>
                  <a:lnTo>
                    <a:pt x="1144824" y="1964097"/>
                  </a:lnTo>
                  <a:lnTo>
                    <a:pt x="1182985" y="1938746"/>
                  </a:lnTo>
                  <a:lnTo>
                    <a:pt x="1221146" y="1916074"/>
                  </a:lnTo>
                  <a:lnTo>
                    <a:pt x="1259307" y="1895192"/>
                  </a:lnTo>
                  <a:lnTo>
                    <a:pt x="1297468" y="1875207"/>
                  </a:lnTo>
                  <a:lnTo>
                    <a:pt x="1335629" y="1855232"/>
                  </a:lnTo>
                  <a:lnTo>
                    <a:pt x="1373789" y="1834374"/>
                  </a:lnTo>
                  <a:lnTo>
                    <a:pt x="1411950" y="1811744"/>
                  </a:lnTo>
                  <a:lnTo>
                    <a:pt x="1450111" y="1786451"/>
                  </a:lnTo>
                  <a:lnTo>
                    <a:pt x="1488272" y="1757606"/>
                  </a:lnTo>
                  <a:lnTo>
                    <a:pt x="1526433" y="1724317"/>
                  </a:lnTo>
                  <a:lnTo>
                    <a:pt x="1564594" y="1685696"/>
                  </a:lnTo>
                  <a:lnTo>
                    <a:pt x="1602754" y="1641017"/>
                  </a:lnTo>
                  <a:lnTo>
                    <a:pt x="1640915" y="1591650"/>
                  </a:lnTo>
                  <a:lnTo>
                    <a:pt x="1679076" y="1538611"/>
                  </a:lnTo>
                  <a:lnTo>
                    <a:pt x="1717237" y="1482530"/>
                  </a:lnTo>
                  <a:lnTo>
                    <a:pt x="1755398" y="1424037"/>
                  </a:lnTo>
                  <a:lnTo>
                    <a:pt x="1793559" y="1363761"/>
                  </a:lnTo>
                  <a:lnTo>
                    <a:pt x="1831719" y="1302333"/>
                  </a:lnTo>
                  <a:lnTo>
                    <a:pt x="1869880" y="1240383"/>
                  </a:lnTo>
                  <a:lnTo>
                    <a:pt x="1908041" y="1178540"/>
                  </a:lnTo>
                  <a:lnTo>
                    <a:pt x="1946202" y="1117435"/>
                  </a:lnTo>
                  <a:lnTo>
                    <a:pt x="1984363" y="1057698"/>
                  </a:lnTo>
                  <a:lnTo>
                    <a:pt x="2022523" y="999959"/>
                  </a:lnTo>
                  <a:lnTo>
                    <a:pt x="2060684" y="944848"/>
                  </a:lnTo>
                  <a:lnTo>
                    <a:pt x="2098845" y="892995"/>
                  </a:lnTo>
                  <a:lnTo>
                    <a:pt x="2137006" y="845030"/>
                  </a:lnTo>
                  <a:lnTo>
                    <a:pt x="2175167" y="800390"/>
                  </a:lnTo>
                  <a:lnTo>
                    <a:pt x="2213328" y="755761"/>
                  </a:lnTo>
                  <a:lnTo>
                    <a:pt x="2251488" y="711051"/>
                  </a:lnTo>
                  <a:lnTo>
                    <a:pt x="2289649" y="666429"/>
                  </a:lnTo>
                  <a:lnTo>
                    <a:pt x="2327810" y="622062"/>
                  </a:lnTo>
                  <a:lnTo>
                    <a:pt x="2365971" y="578120"/>
                  </a:lnTo>
                  <a:lnTo>
                    <a:pt x="2404132" y="534772"/>
                  </a:lnTo>
                  <a:lnTo>
                    <a:pt x="2442293" y="492186"/>
                  </a:lnTo>
                  <a:lnTo>
                    <a:pt x="2480453" y="450532"/>
                  </a:lnTo>
                  <a:lnTo>
                    <a:pt x="2518614" y="409977"/>
                  </a:lnTo>
                  <a:lnTo>
                    <a:pt x="2556775" y="370690"/>
                  </a:lnTo>
                  <a:lnTo>
                    <a:pt x="2594936" y="332841"/>
                  </a:lnTo>
                  <a:lnTo>
                    <a:pt x="2633097" y="296597"/>
                  </a:lnTo>
                  <a:lnTo>
                    <a:pt x="2671258" y="262110"/>
                  </a:lnTo>
                  <a:lnTo>
                    <a:pt x="2709418" y="228893"/>
                  </a:lnTo>
                  <a:lnTo>
                    <a:pt x="2747579" y="196673"/>
                  </a:lnTo>
                  <a:lnTo>
                    <a:pt x="2785740" y="165461"/>
                  </a:lnTo>
                  <a:lnTo>
                    <a:pt x="2823901" y="135269"/>
                  </a:lnTo>
                  <a:lnTo>
                    <a:pt x="2862062" y="106107"/>
                  </a:lnTo>
                  <a:lnTo>
                    <a:pt x="2900223" y="77988"/>
                  </a:lnTo>
                  <a:lnTo>
                    <a:pt x="2938383" y="50923"/>
                  </a:lnTo>
                  <a:lnTo>
                    <a:pt x="2976544" y="24923"/>
                  </a:lnTo>
                  <a:lnTo>
                    <a:pt x="3014705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2025-10-13T16:43:39Z</dcterms:modified>
  <cp:category/>
</cp:coreProperties>
</file>