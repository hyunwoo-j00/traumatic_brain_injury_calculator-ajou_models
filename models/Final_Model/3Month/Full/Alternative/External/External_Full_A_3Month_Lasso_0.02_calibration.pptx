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34988" y="541043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50539" y="49536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462406" y="49536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595822" y="50194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783228" y="39639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079960" y="38878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487012" y="346219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000054" y="33549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568118" y="259362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082976" y="236523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266998" y="2348530"/>
              <a:ext cx="2847988" cy="3039294"/>
            </a:xfrm>
            <a:custGeom>
              <a:avLst/>
              <a:pathLst>
                <a:path w="2847988" h="3039294">
                  <a:moveTo>
                    <a:pt x="0" y="3039294"/>
                  </a:moveTo>
                  <a:lnTo>
                    <a:pt x="36050" y="2972743"/>
                  </a:lnTo>
                  <a:lnTo>
                    <a:pt x="72100" y="2905910"/>
                  </a:lnTo>
                  <a:lnTo>
                    <a:pt x="108151" y="2838097"/>
                  </a:lnTo>
                  <a:lnTo>
                    <a:pt x="144201" y="2768574"/>
                  </a:lnTo>
                  <a:lnTo>
                    <a:pt x="180252" y="2697692"/>
                  </a:lnTo>
                  <a:lnTo>
                    <a:pt x="216302" y="2626815"/>
                  </a:lnTo>
                  <a:lnTo>
                    <a:pt x="252353" y="2556277"/>
                  </a:lnTo>
                  <a:lnTo>
                    <a:pt x="288403" y="2484394"/>
                  </a:lnTo>
                  <a:lnTo>
                    <a:pt x="324454" y="2412449"/>
                  </a:lnTo>
                  <a:lnTo>
                    <a:pt x="360504" y="2341933"/>
                  </a:lnTo>
                  <a:lnTo>
                    <a:pt x="396555" y="2271865"/>
                  </a:lnTo>
                  <a:lnTo>
                    <a:pt x="432605" y="2200821"/>
                  </a:lnTo>
                  <a:lnTo>
                    <a:pt x="468656" y="2129769"/>
                  </a:lnTo>
                  <a:lnTo>
                    <a:pt x="504706" y="2059676"/>
                  </a:lnTo>
                  <a:lnTo>
                    <a:pt x="540757" y="1991509"/>
                  </a:lnTo>
                  <a:lnTo>
                    <a:pt x="576807" y="1924024"/>
                  </a:lnTo>
                  <a:lnTo>
                    <a:pt x="612858" y="1853883"/>
                  </a:lnTo>
                  <a:lnTo>
                    <a:pt x="648908" y="1782594"/>
                  </a:lnTo>
                  <a:lnTo>
                    <a:pt x="684959" y="1711825"/>
                  </a:lnTo>
                  <a:lnTo>
                    <a:pt x="721009" y="1643241"/>
                  </a:lnTo>
                  <a:lnTo>
                    <a:pt x="757060" y="1578509"/>
                  </a:lnTo>
                  <a:lnTo>
                    <a:pt x="793110" y="1519296"/>
                  </a:lnTo>
                  <a:lnTo>
                    <a:pt x="829161" y="1467268"/>
                  </a:lnTo>
                  <a:lnTo>
                    <a:pt x="865211" y="1423396"/>
                  </a:lnTo>
                  <a:lnTo>
                    <a:pt x="901262" y="1385119"/>
                  </a:lnTo>
                  <a:lnTo>
                    <a:pt x="937312" y="1351460"/>
                  </a:lnTo>
                  <a:lnTo>
                    <a:pt x="973363" y="1321793"/>
                  </a:lnTo>
                  <a:lnTo>
                    <a:pt x="1009413" y="1295489"/>
                  </a:lnTo>
                  <a:lnTo>
                    <a:pt x="1045464" y="1271923"/>
                  </a:lnTo>
                  <a:lnTo>
                    <a:pt x="1081514" y="1250467"/>
                  </a:lnTo>
                  <a:lnTo>
                    <a:pt x="1117565" y="1230495"/>
                  </a:lnTo>
                  <a:lnTo>
                    <a:pt x="1153615" y="1211380"/>
                  </a:lnTo>
                  <a:lnTo>
                    <a:pt x="1189666" y="1192495"/>
                  </a:lnTo>
                  <a:lnTo>
                    <a:pt x="1225716" y="1173214"/>
                  </a:lnTo>
                  <a:lnTo>
                    <a:pt x="1261767" y="1153037"/>
                  </a:lnTo>
                  <a:lnTo>
                    <a:pt x="1297817" y="1133869"/>
                  </a:lnTo>
                  <a:lnTo>
                    <a:pt x="1333868" y="1116263"/>
                  </a:lnTo>
                  <a:lnTo>
                    <a:pt x="1369918" y="1099857"/>
                  </a:lnTo>
                  <a:lnTo>
                    <a:pt x="1405969" y="1084289"/>
                  </a:lnTo>
                  <a:lnTo>
                    <a:pt x="1442019" y="1069197"/>
                  </a:lnTo>
                  <a:lnTo>
                    <a:pt x="1478070" y="1054221"/>
                  </a:lnTo>
                  <a:lnTo>
                    <a:pt x="1514120" y="1038997"/>
                  </a:lnTo>
                  <a:lnTo>
                    <a:pt x="1550170" y="1023165"/>
                  </a:lnTo>
                  <a:lnTo>
                    <a:pt x="1586221" y="1006362"/>
                  </a:lnTo>
                  <a:lnTo>
                    <a:pt x="1622271" y="988227"/>
                  </a:lnTo>
                  <a:lnTo>
                    <a:pt x="1658322" y="968398"/>
                  </a:lnTo>
                  <a:lnTo>
                    <a:pt x="1694372" y="946514"/>
                  </a:lnTo>
                  <a:lnTo>
                    <a:pt x="1730423" y="922212"/>
                  </a:lnTo>
                  <a:lnTo>
                    <a:pt x="1766473" y="895132"/>
                  </a:lnTo>
                  <a:lnTo>
                    <a:pt x="1802524" y="866442"/>
                  </a:lnTo>
                  <a:lnTo>
                    <a:pt x="1838574" y="837373"/>
                  </a:lnTo>
                  <a:lnTo>
                    <a:pt x="1874625" y="807974"/>
                  </a:lnTo>
                  <a:lnTo>
                    <a:pt x="1910675" y="778291"/>
                  </a:lnTo>
                  <a:lnTo>
                    <a:pt x="1946726" y="748370"/>
                  </a:lnTo>
                  <a:lnTo>
                    <a:pt x="1982776" y="718260"/>
                  </a:lnTo>
                  <a:lnTo>
                    <a:pt x="2018827" y="688006"/>
                  </a:lnTo>
                  <a:lnTo>
                    <a:pt x="2054877" y="657656"/>
                  </a:lnTo>
                  <a:lnTo>
                    <a:pt x="2090928" y="627257"/>
                  </a:lnTo>
                  <a:lnTo>
                    <a:pt x="2126978" y="596855"/>
                  </a:lnTo>
                  <a:lnTo>
                    <a:pt x="2163029" y="566499"/>
                  </a:lnTo>
                  <a:lnTo>
                    <a:pt x="2199079" y="536233"/>
                  </a:lnTo>
                  <a:lnTo>
                    <a:pt x="2235130" y="506106"/>
                  </a:lnTo>
                  <a:lnTo>
                    <a:pt x="2271180" y="476165"/>
                  </a:lnTo>
                  <a:lnTo>
                    <a:pt x="2307231" y="446456"/>
                  </a:lnTo>
                  <a:lnTo>
                    <a:pt x="2343281" y="417008"/>
                  </a:lnTo>
                  <a:lnTo>
                    <a:pt x="2379332" y="387537"/>
                  </a:lnTo>
                  <a:lnTo>
                    <a:pt x="2415382" y="357946"/>
                  </a:lnTo>
                  <a:lnTo>
                    <a:pt x="2451433" y="328251"/>
                  </a:lnTo>
                  <a:lnTo>
                    <a:pt x="2487483" y="298472"/>
                  </a:lnTo>
                  <a:lnTo>
                    <a:pt x="2523534" y="268627"/>
                  </a:lnTo>
                  <a:lnTo>
                    <a:pt x="2559584" y="238733"/>
                  </a:lnTo>
                  <a:lnTo>
                    <a:pt x="2595635" y="208808"/>
                  </a:lnTo>
                  <a:lnTo>
                    <a:pt x="2631685" y="178871"/>
                  </a:lnTo>
                  <a:lnTo>
                    <a:pt x="2667736" y="148939"/>
                  </a:lnTo>
                  <a:lnTo>
                    <a:pt x="2703786" y="119032"/>
                  </a:lnTo>
                  <a:lnTo>
                    <a:pt x="2739837" y="89166"/>
                  </a:lnTo>
                  <a:lnTo>
                    <a:pt x="2775887" y="59360"/>
                  </a:lnTo>
                  <a:lnTo>
                    <a:pt x="2811938" y="29632"/>
                  </a:lnTo>
                  <a:lnTo>
                    <a:pt x="284798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2025-10-13T16:39:57Z</dcterms:modified>
  <cp:category/>
</cp:coreProperties>
</file>