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Train (N=2310, events=963)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265318" y="533826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401929" y="545690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531281" y="518995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697352" y="498232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957454" y="458190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380728" y="415181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939765" y="366240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5503451" y="274291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5990950" y="2372151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6307880" y="2105201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297329" y="2120051"/>
              <a:ext cx="3042561" cy="3357761"/>
            </a:xfrm>
            <a:custGeom>
              <a:avLst/>
              <a:pathLst>
                <a:path w="3042561" h="3357761">
                  <a:moveTo>
                    <a:pt x="0" y="3357761"/>
                  </a:moveTo>
                  <a:lnTo>
                    <a:pt x="38513" y="3320830"/>
                  </a:lnTo>
                  <a:lnTo>
                    <a:pt x="77026" y="3283151"/>
                  </a:lnTo>
                  <a:lnTo>
                    <a:pt x="115540" y="3244537"/>
                  </a:lnTo>
                  <a:lnTo>
                    <a:pt x="154053" y="3204813"/>
                  </a:lnTo>
                  <a:lnTo>
                    <a:pt x="192567" y="3164000"/>
                  </a:lnTo>
                  <a:lnTo>
                    <a:pt x="231080" y="3122352"/>
                  </a:lnTo>
                  <a:lnTo>
                    <a:pt x="269594" y="3080129"/>
                  </a:lnTo>
                  <a:lnTo>
                    <a:pt x="308107" y="3036833"/>
                  </a:lnTo>
                  <a:lnTo>
                    <a:pt x="346620" y="2992354"/>
                  </a:lnTo>
                  <a:lnTo>
                    <a:pt x="385134" y="2947177"/>
                  </a:lnTo>
                  <a:lnTo>
                    <a:pt x="423647" y="2901783"/>
                  </a:lnTo>
                  <a:lnTo>
                    <a:pt x="462161" y="2855285"/>
                  </a:lnTo>
                  <a:lnTo>
                    <a:pt x="500674" y="2805525"/>
                  </a:lnTo>
                  <a:lnTo>
                    <a:pt x="539188" y="2753568"/>
                  </a:lnTo>
                  <a:lnTo>
                    <a:pt x="577701" y="2700592"/>
                  </a:lnTo>
                  <a:lnTo>
                    <a:pt x="616214" y="2647775"/>
                  </a:lnTo>
                  <a:lnTo>
                    <a:pt x="654728" y="2596296"/>
                  </a:lnTo>
                  <a:lnTo>
                    <a:pt x="693241" y="2547331"/>
                  </a:lnTo>
                  <a:lnTo>
                    <a:pt x="731755" y="2499591"/>
                  </a:lnTo>
                  <a:lnTo>
                    <a:pt x="770268" y="2451432"/>
                  </a:lnTo>
                  <a:lnTo>
                    <a:pt x="808782" y="2403131"/>
                  </a:lnTo>
                  <a:lnTo>
                    <a:pt x="847295" y="2354961"/>
                  </a:lnTo>
                  <a:lnTo>
                    <a:pt x="885809" y="2307199"/>
                  </a:lnTo>
                  <a:lnTo>
                    <a:pt x="924322" y="2260118"/>
                  </a:lnTo>
                  <a:lnTo>
                    <a:pt x="962835" y="2213995"/>
                  </a:lnTo>
                  <a:lnTo>
                    <a:pt x="1001349" y="2169104"/>
                  </a:lnTo>
                  <a:lnTo>
                    <a:pt x="1039862" y="2125720"/>
                  </a:lnTo>
                  <a:lnTo>
                    <a:pt x="1078376" y="2084119"/>
                  </a:lnTo>
                  <a:lnTo>
                    <a:pt x="1116889" y="2044574"/>
                  </a:lnTo>
                  <a:lnTo>
                    <a:pt x="1155403" y="2006525"/>
                  </a:lnTo>
                  <a:lnTo>
                    <a:pt x="1193916" y="1969203"/>
                  </a:lnTo>
                  <a:lnTo>
                    <a:pt x="1232429" y="1932413"/>
                  </a:lnTo>
                  <a:lnTo>
                    <a:pt x="1270943" y="1895958"/>
                  </a:lnTo>
                  <a:lnTo>
                    <a:pt x="1309456" y="1859643"/>
                  </a:lnTo>
                  <a:lnTo>
                    <a:pt x="1347970" y="1823273"/>
                  </a:lnTo>
                  <a:lnTo>
                    <a:pt x="1386483" y="1786650"/>
                  </a:lnTo>
                  <a:lnTo>
                    <a:pt x="1424997" y="1749580"/>
                  </a:lnTo>
                  <a:lnTo>
                    <a:pt x="1463510" y="1711866"/>
                  </a:lnTo>
                  <a:lnTo>
                    <a:pt x="1502024" y="1673314"/>
                  </a:lnTo>
                  <a:lnTo>
                    <a:pt x="1540537" y="1633727"/>
                  </a:lnTo>
                  <a:lnTo>
                    <a:pt x="1579050" y="1592910"/>
                  </a:lnTo>
                  <a:lnTo>
                    <a:pt x="1617564" y="1550666"/>
                  </a:lnTo>
                  <a:lnTo>
                    <a:pt x="1656077" y="1506800"/>
                  </a:lnTo>
                  <a:lnTo>
                    <a:pt x="1694591" y="1461185"/>
                  </a:lnTo>
                  <a:lnTo>
                    <a:pt x="1733104" y="1414168"/>
                  </a:lnTo>
                  <a:lnTo>
                    <a:pt x="1771618" y="1366028"/>
                  </a:lnTo>
                  <a:lnTo>
                    <a:pt x="1810131" y="1317005"/>
                  </a:lnTo>
                  <a:lnTo>
                    <a:pt x="1848644" y="1267339"/>
                  </a:lnTo>
                  <a:lnTo>
                    <a:pt x="1887158" y="1217268"/>
                  </a:lnTo>
                  <a:lnTo>
                    <a:pt x="1925671" y="1167034"/>
                  </a:lnTo>
                  <a:lnTo>
                    <a:pt x="1964185" y="1116874"/>
                  </a:lnTo>
                  <a:lnTo>
                    <a:pt x="2002698" y="1067029"/>
                  </a:lnTo>
                  <a:lnTo>
                    <a:pt x="2041212" y="1017738"/>
                  </a:lnTo>
                  <a:lnTo>
                    <a:pt x="2079725" y="969240"/>
                  </a:lnTo>
                  <a:lnTo>
                    <a:pt x="2118238" y="921775"/>
                  </a:lnTo>
                  <a:lnTo>
                    <a:pt x="2156752" y="875583"/>
                  </a:lnTo>
                  <a:lnTo>
                    <a:pt x="2195265" y="830903"/>
                  </a:lnTo>
                  <a:lnTo>
                    <a:pt x="2233779" y="787975"/>
                  </a:lnTo>
                  <a:lnTo>
                    <a:pt x="2272292" y="746191"/>
                  </a:lnTo>
                  <a:lnTo>
                    <a:pt x="2310806" y="704410"/>
                  </a:lnTo>
                  <a:lnTo>
                    <a:pt x="2349319" y="662703"/>
                  </a:lnTo>
                  <a:lnTo>
                    <a:pt x="2387833" y="621154"/>
                  </a:lnTo>
                  <a:lnTo>
                    <a:pt x="2426346" y="579848"/>
                  </a:lnTo>
                  <a:lnTo>
                    <a:pt x="2464859" y="538869"/>
                  </a:lnTo>
                  <a:lnTo>
                    <a:pt x="2503373" y="498303"/>
                  </a:lnTo>
                  <a:lnTo>
                    <a:pt x="2541886" y="458234"/>
                  </a:lnTo>
                  <a:lnTo>
                    <a:pt x="2580400" y="418746"/>
                  </a:lnTo>
                  <a:lnTo>
                    <a:pt x="2618913" y="379924"/>
                  </a:lnTo>
                  <a:lnTo>
                    <a:pt x="2657427" y="341854"/>
                  </a:lnTo>
                  <a:lnTo>
                    <a:pt x="2695940" y="304619"/>
                  </a:lnTo>
                  <a:lnTo>
                    <a:pt x="2734453" y="268295"/>
                  </a:lnTo>
                  <a:lnTo>
                    <a:pt x="2772967" y="232692"/>
                  </a:lnTo>
                  <a:lnTo>
                    <a:pt x="2811480" y="197699"/>
                  </a:lnTo>
                  <a:lnTo>
                    <a:pt x="2849994" y="163307"/>
                  </a:lnTo>
                  <a:lnTo>
                    <a:pt x="2888507" y="129506"/>
                  </a:lnTo>
                  <a:lnTo>
                    <a:pt x="2927021" y="96284"/>
                  </a:lnTo>
                  <a:lnTo>
                    <a:pt x="2965534" y="63633"/>
                  </a:lnTo>
                  <a:lnTo>
                    <a:pt x="3004048" y="31541"/>
                  </a:lnTo>
                  <a:lnTo>
                    <a:pt x="3042561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6348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(Train)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2025-10-13T16:38:56Z</dcterms:modified>
  <cp:category/>
</cp:coreProperties>
</file>