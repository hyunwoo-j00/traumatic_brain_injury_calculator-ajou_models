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(N=1849, events=771)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29723" y="53392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71606" y="54310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98392" y="518866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46913" y="49125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73937" y="457917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74443" y="410877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906962" y="357919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21629" y="291254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10523" y="239403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46156" y="213478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61734" y="2143153"/>
              <a:ext cx="2916432" cy="3332390"/>
            </a:xfrm>
            <a:custGeom>
              <a:avLst/>
              <a:pathLst>
                <a:path w="2916432" h="3332390">
                  <a:moveTo>
                    <a:pt x="0" y="3332390"/>
                  </a:moveTo>
                  <a:lnTo>
                    <a:pt x="36916" y="3293703"/>
                  </a:lnTo>
                  <a:lnTo>
                    <a:pt x="73833" y="3254179"/>
                  </a:lnTo>
                  <a:lnTo>
                    <a:pt x="110750" y="3213694"/>
                  </a:lnTo>
                  <a:lnTo>
                    <a:pt x="147667" y="3172121"/>
                  </a:lnTo>
                  <a:lnTo>
                    <a:pt x="184584" y="3129383"/>
                  </a:lnTo>
                  <a:lnTo>
                    <a:pt x="221501" y="3085673"/>
                  </a:lnTo>
                  <a:lnTo>
                    <a:pt x="258418" y="3041250"/>
                  </a:lnTo>
                  <a:lnTo>
                    <a:pt x="295334" y="2996024"/>
                  </a:lnTo>
                  <a:lnTo>
                    <a:pt x="332251" y="2949442"/>
                  </a:lnTo>
                  <a:lnTo>
                    <a:pt x="369168" y="2901977"/>
                  </a:lnTo>
                  <a:lnTo>
                    <a:pt x="406085" y="2854157"/>
                  </a:lnTo>
                  <a:lnTo>
                    <a:pt x="443002" y="2805298"/>
                  </a:lnTo>
                  <a:lnTo>
                    <a:pt x="479919" y="2752845"/>
                  </a:lnTo>
                  <a:lnTo>
                    <a:pt x="516836" y="2698006"/>
                  </a:lnTo>
                  <a:lnTo>
                    <a:pt x="553753" y="2642229"/>
                  </a:lnTo>
                  <a:lnTo>
                    <a:pt x="590669" y="2586961"/>
                  </a:lnTo>
                  <a:lnTo>
                    <a:pt x="627586" y="2533650"/>
                  </a:lnTo>
                  <a:lnTo>
                    <a:pt x="664503" y="2482981"/>
                  </a:lnTo>
                  <a:lnTo>
                    <a:pt x="701420" y="2432163"/>
                  </a:lnTo>
                  <a:lnTo>
                    <a:pt x="738337" y="2381014"/>
                  </a:lnTo>
                  <a:lnTo>
                    <a:pt x="775254" y="2329825"/>
                  </a:lnTo>
                  <a:lnTo>
                    <a:pt x="812171" y="2278887"/>
                  </a:lnTo>
                  <a:lnTo>
                    <a:pt x="849088" y="2228493"/>
                  </a:lnTo>
                  <a:lnTo>
                    <a:pt x="886004" y="2178933"/>
                  </a:lnTo>
                  <a:lnTo>
                    <a:pt x="922921" y="2130499"/>
                  </a:lnTo>
                  <a:lnTo>
                    <a:pt x="959838" y="2083481"/>
                  </a:lnTo>
                  <a:lnTo>
                    <a:pt x="996755" y="2038172"/>
                  </a:lnTo>
                  <a:lnTo>
                    <a:pt x="1033672" y="1994863"/>
                  </a:lnTo>
                  <a:lnTo>
                    <a:pt x="1070589" y="1953594"/>
                  </a:lnTo>
                  <a:lnTo>
                    <a:pt x="1107506" y="1913689"/>
                  </a:lnTo>
                  <a:lnTo>
                    <a:pt x="1144422" y="1874899"/>
                  </a:lnTo>
                  <a:lnTo>
                    <a:pt x="1181339" y="1837015"/>
                  </a:lnTo>
                  <a:lnTo>
                    <a:pt x="1218256" y="1799826"/>
                  </a:lnTo>
                  <a:lnTo>
                    <a:pt x="1255173" y="1763123"/>
                  </a:lnTo>
                  <a:lnTo>
                    <a:pt x="1292090" y="1726695"/>
                  </a:lnTo>
                  <a:lnTo>
                    <a:pt x="1329007" y="1690332"/>
                  </a:lnTo>
                  <a:lnTo>
                    <a:pt x="1365924" y="1653825"/>
                  </a:lnTo>
                  <a:lnTo>
                    <a:pt x="1402841" y="1616963"/>
                  </a:lnTo>
                  <a:lnTo>
                    <a:pt x="1439757" y="1579536"/>
                  </a:lnTo>
                  <a:lnTo>
                    <a:pt x="1476674" y="1541334"/>
                  </a:lnTo>
                  <a:lnTo>
                    <a:pt x="1513591" y="1502147"/>
                  </a:lnTo>
                  <a:lnTo>
                    <a:pt x="1550508" y="1461765"/>
                  </a:lnTo>
                  <a:lnTo>
                    <a:pt x="1587425" y="1420011"/>
                  </a:lnTo>
                  <a:lnTo>
                    <a:pt x="1624342" y="1377387"/>
                  </a:lnTo>
                  <a:lnTo>
                    <a:pt x="1661259" y="1334218"/>
                  </a:lnTo>
                  <a:lnTo>
                    <a:pt x="1698176" y="1290626"/>
                  </a:lnTo>
                  <a:lnTo>
                    <a:pt x="1735092" y="1246736"/>
                  </a:lnTo>
                  <a:lnTo>
                    <a:pt x="1772009" y="1202668"/>
                  </a:lnTo>
                  <a:lnTo>
                    <a:pt x="1808926" y="1158547"/>
                  </a:lnTo>
                  <a:lnTo>
                    <a:pt x="1845843" y="1114496"/>
                  </a:lnTo>
                  <a:lnTo>
                    <a:pt x="1882760" y="1070636"/>
                  </a:lnTo>
                  <a:lnTo>
                    <a:pt x="1919677" y="1027090"/>
                  </a:lnTo>
                  <a:lnTo>
                    <a:pt x="1956594" y="983983"/>
                  </a:lnTo>
                  <a:lnTo>
                    <a:pt x="1993510" y="941436"/>
                  </a:lnTo>
                  <a:lnTo>
                    <a:pt x="2030427" y="899572"/>
                  </a:lnTo>
                  <a:lnTo>
                    <a:pt x="2067344" y="858513"/>
                  </a:lnTo>
                  <a:lnTo>
                    <a:pt x="2104261" y="818327"/>
                  </a:lnTo>
                  <a:lnTo>
                    <a:pt x="2141178" y="778374"/>
                  </a:lnTo>
                  <a:lnTo>
                    <a:pt x="2178095" y="738474"/>
                  </a:lnTo>
                  <a:lnTo>
                    <a:pt x="2215012" y="698668"/>
                  </a:lnTo>
                  <a:lnTo>
                    <a:pt x="2251929" y="658996"/>
                  </a:lnTo>
                  <a:lnTo>
                    <a:pt x="2288845" y="619497"/>
                  </a:lnTo>
                  <a:lnTo>
                    <a:pt x="2325762" y="580212"/>
                  </a:lnTo>
                  <a:lnTo>
                    <a:pt x="2362679" y="541180"/>
                  </a:lnTo>
                  <a:lnTo>
                    <a:pt x="2399596" y="502442"/>
                  </a:lnTo>
                  <a:lnTo>
                    <a:pt x="2436513" y="464037"/>
                  </a:lnTo>
                  <a:lnTo>
                    <a:pt x="2473430" y="426006"/>
                  </a:lnTo>
                  <a:lnTo>
                    <a:pt x="2510347" y="388388"/>
                  </a:lnTo>
                  <a:lnTo>
                    <a:pt x="2547264" y="351224"/>
                  </a:lnTo>
                  <a:lnTo>
                    <a:pt x="2584180" y="314552"/>
                  </a:lnTo>
                  <a:lnTo>
                    <a:pt x="2621097" y="278283"/>
                  </a:lnTo>
                  <a:lnTo>
                    <a:pt x="2658014" y="242339"/>
                  </a:lnTo>
                  <a:lnTo>
                    <a:pt x="2694931" y="206721"/>
                  </a:lnTo>
                  <a:lnTo>
                    <a:pt x="2731848" y="171432"/>
                  </a:lnTo>
                  <a:lnTo>
                    <a:pt x="2768765" y="136475"/>
                  </a:lnTo>
                  <a:lnTo>
                    <a:pt x="2805682" y="101850"/>
                  </a:lnTo>
                  <a:lnTo>
                    <a:pt x="2842598" y="67561"/>
                  </a:lnTo>
                  <a:lnTo>
                    <a:pt x="2879515" y="33610"/>
                  </a:lnTo>
                  <a:lnTo>
                    <a:pt x="2916432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(N=461, events=192)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44274" y="541367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77221" y="533761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76809" y="533761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41453" y="496524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008839" y="436944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449890" y="392258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881768" y="377363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11216" y="302888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889709" y="235861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48522" y="20607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76284" y="2033781"/>
              <a:ext cx="2904248" cy="3501933"/>
            </a:xfrm>
            <a:custGeom>
              <a:avLst/>
              <a:pathLst>
                <a:path w="2904248" h="3501933">
                  <a:moveTo>
                    <a:pt x="0" y="3501933"/>
                  </a:moveTo>
                  <a:lnTo>
                    <a:pt x="36762" y="3453520"/>
                  </a:lnTo>
                  <a:lnTo>
                    <a:pt x="73525" y="3404485"/>
                  </a:lnTo>
                  <a:lnTo>
                    <a:pt x="110287" y="3354448"/>
                  </a:lnTo>
                  <a:lnTo>
                    <a:pt x="147050" y="3303022"/>
                  </a:lnTo>
                  <a:lnTo>
                    <a:pt x="183813" y="3250160"/>
                  </a:lnTo>
                  <a:lnTo>
                    <a:pt x="220575" y="3196614"/>
                  </a:lnTo>
                  <a:lnTo>
                    <a:pt x="257338" y="3142639"/>
                  </a:lnTo>
                  <a:lnTo>
                    <a:pt x="294101" y="3087159"/>
                  </a:lnTo>
                  <a:lnTo>
                    <a:pt x="330863" y="3030775"/>
                  </a:lnTo>
                  <a:lnTo>
                    <a:pt x="367626" y="2974219"/>
                  </a:lnTo>
                  <a:lnTo>
                    <a:pt x="404389" y="2918089"/>
                  </a:lnTo>
                  <a:lnTo>
                    <a:pt x="441151" y="2858671"/>
                  </a:lnTo>
                  <a:lnTo>
                    <a:pt x="477914" y="2795223"/>
                  </a:lnTo>
                  <a:lnTo>
                    <a:pt x="514677" y="2729394"/>
                  </a:lnTo>
                  <a:lnTo>
                    <a:pt x="551439" y="2662832"/>
                  </a:lnTo>
                  <a:lnTo>
                    <a:pt x="588202" y="2597186"/>
                  </a:lnTo>
                  <a:lnTo>
                    <a:pt x="624964" y="2534106"/>
                  </a:lnTo>
                  <a:lnTo>
                    <a:pt x="661727" y="2475239"/>
                  </a:lnTo>
                  <a:lnTo>
                    <a:pt x="698490" y="2419132"/>
                  </a:lnTo>
                  <a:lnTo>
                    <a:pt x="735252" y="2362608"/>
                  </a:lnTo>
                  <a:lnTo>
                    <a:pt x="772015" y="2306220"/>
                  </a:lnTo>
                  <a:lnTo>
                    <a:pt x="808778" y="2250543"/>
                  </a:lnTo>
                  <a:lnTo>
                    <a:pt x="845540" y="2196152"/>
                  </a:lnTo>
                  <a:lnTo>
                    <a:pt x="882303" y="2143621"/>
                  </a:lnTo>
                  <a:lnTo>
                    <a:pt x="919066" y="2093525"/>
                  </a:lnTo>
                  <a:lnTo>
                    <a:pt x="955828" y="2046438"/>
                  </a:lnTo>
                  <a:lnTo>
                    <a:pt x="992591" y="2002936"/>
                  </a:lnTo>
                  <a:lnTo>
                    <a:pt x="1029354" y="1963592"/>
                  </a:lnTo>
                  <a:lnTo>
                    <a:pt x="1066116" y="1928981"/>
                  </a:lnTo>
                  <a:lnTo>
                    <a:pt x="1102879" y="1899677"/>
                  </a:lnTo>
                  <a:lnTo>
                    <a:pt x="1139641" y="1875585"/>
                  </a:lnTo>
                  <a:lnTo>
                    <a:pt x="1176404" y="1855425"/>
                  </a:lnTo>
                  <a:lnTo>
                    <a:pt x="1213167" y="1838213"/>
                  </a:lnTo>
                  <a:lnTo>
                    <a:pt x="1249929" y="1822972"/>
                  </a:lnTo>
                  <a:lnTo>
                    <a:pt x="1286692" y="1808719"/>
                  </a:lnTo>
                  <a:lnTo>
                    <a:pt x="1323455" y="1794475"/>
                  </a:lnTo>
                  <a:lnTo>
                    <a:pt x="1360217" y="1779261"/>
                  </a:lnTo>
                  <a:lnTo>
                    <a:pt x="1396980" y="1762095"/>
                  </a:lnTo>
                  <a:lnTo>
                    <a:pt x="1433743" y="1741999"/>
                  </a:lnTo>
                  <a:lnTo>
                    <a:pt x="1470505" y="1717991"/>
                  </a:lnTo>
                  <a:lnTo>
                    <a:pt x="1507268" y="1689093"/>
                  </a:lnTo>
                  <a:lnTo>
                    <a:pt x="1544031" y="1654410"/>
                  </a:lnTo>
                  <a:lnTo>
                    <a:pt x="1580793" y="1616785"/>
                  </a:lnTo>
                  <a:lnTo>
                    <a:pt x="1617556" y="1578071"/>
                  </a:lnTo>
                  <a:lnTo>
                    <a:pt x="1654318" y="1538375"/>
                  </a:lnTo>
                  <a:lnTo>
                    <a:pt x="1691081" y="1497809"/>
                  </a:lnTo>
                  <a:lnTo>
                    <a:pt x="1727844" y="1456479"/>
                  </a:lnTo>
                  <a:lnTo>
                    <a:pt x="1764606" y="1414495"/>
                  </a:lnTo>
                  <a:lnTo>
                    <a:pt x="1801369" y="1371967"/>
                  </a:lnTo>
                  <a:lnTo>
                    <a:pt x="1838132" y="1329002"/>
                  </a:lnTo>
                  <a:lnTo>
                    <a:pt x="1874894" y="1285709"/>
                  </a:lnTo>
                  <a:lnTo>
                    <a:pt x="1911657" y="1242198"/>
                  </a:lnTo>
                  <a:lnTo>
                    <a:pt x="1948420" y="1198577"/>
                  </a:lnTo>
                  <a:lnTo>
                    <a:pt x="1985182" y="1154955"/>
                  </a:lnTo>
                  <a:lnTo>
                    <a:pt x="2021945" y="1111441"/>
                  </a:lnTo>
                  <a:lnTo>
                    <a:pt x="2058708" y="1068144"/>
                  </a:lnTo>
                  <a:lnTo>
                    <a:pt x="2095470" y="1024828"/>
                  </a:lnTo>
                  <a:lnTo>
                    <a:pt x="2132233" y="980815"/>
                  </a:lnTo>
                  <a:lnTo>
                    <a:pt x="2168995" y="936158"/>
                  </a:lnTo>
                  <a:lnTo>
                    <a:pt x="2205758" y="890937"/>
                  </a:lnTo>
                  <a:lnTo>
                    <a:pt x="2242521" y="845234"/>
                  </a:lnTo>
                  <a:lnTo>
                    <a:pt x="2279283" y="799128"/>
                  </a:lnTo>
                  <a:lnTo>
                    <a:pt x="2316046" y="752700"/>
                  </a:lnTo>
                  <a:lnTo>
                    <a:pt x="2352809" y="706032"/>
                  </a:lnTo>
                  <a:lnTo>
                    <a:pt x="2389571" y="659204"/>
                  </a:lnTo>
                  <a:lnTo>
                    <a:pt x="2426334" y="612297"/>
                  </a:lnTo>
                  <a:lnTo>
                    <a:pt x="2463097" y="565390"/>
                  </a:lnTo>
                  <a:lnTo>
                    <a:pt x="2499859" y="518567"/>
                  </a:lnTo>
                  <a:lnTo>
                    <a:pt x="2536622" y="471906"/>
                  </a:lnTo>
                  <a:lnTo>
                    <a:pt x="2573385" y="425355"/>
                  </a:lnTo>
                  <a:lnTo>
                    <a:pt x="2610147" y="378645"/>
                  </a:lnTo>
                  <a:lnTo>
                    <a:pt x="2646910" y="331774"/>
                  </a:lnTo>
                  <a:lnTo>
                    <a:pt x="2683672" y="284751"/>
                  </a:lnTo>
                  <a:lnTo>
                    <a:pt x="2720435" y="237586"/>
                  </a:lnTo>
                  <a:lnTo>
                    <a:pt x="2757198" y="190291"/>
                  </a:lnTo>
                  <a:lnTo>
                    <a:pt x="2793960" y="142874"/>
                  </a:lnTo>
                  <a:lnTo>
                    <a:pt x="2830723" y="95347"/>
                  </a:lnTo>
                  <a:lnTo>
                    <a:pt x="2867486" y="47718"/>
                  </a:lnTo>
                  <a:lnTo>
                    <a:pt x="2904248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2025-10-13T13:06:04Z</dcterms:modified>
  <cp:category/>
</cp:coreProperties>
</file>