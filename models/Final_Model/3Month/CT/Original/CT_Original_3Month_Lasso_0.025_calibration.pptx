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64919" y="53827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510550" y="53234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28478" y="51306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60990" y="50160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2225" y="46338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88560" y="42111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96449" y="35289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8258" y="28615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63949" y="235732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83384" y="21348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96930" y="2161557"/>
              <a:ext cx="2918464" cy="3289324"/>
            </a:xfrm>
            <a:custGeom>
              <a:avLst/>
              <a:pathLst>
                <a:path w="2918464" h="3289324">
                  <a:moveTo>
                    <a:pt x="0" y="3289324"/>
                  </a:moveTo>
                  <a:lnTo>
                    <a:pt x="36942" y="3253906"/>
                  </a:lnTo>
                  <a:lnTo>
                    <a:pt x="73885" y="3217231"/>
                  </a:lnTo>
                  <a:lnTo>
                    <a:pt x="110827" y="3179226"/>
                  </a:lnTo>
                  <a:lnTo>
                    <a:pt x="147770" y="3139816"/>
                  </a:lnTo>
                  <a:lnTo>
                    <a:pt x="184712" y="3098888"/>
                  </a:lnTo>
                  <a:lnTo>
                    <a:pt x="221655" y="3056582"/>
                  </a:lnTo>
                  <a:lnTo>
                    <a:pt x="258598" y="3013173"/>
                  </a:lnTo>
                  <a:lnTo>
                    <a:pt x="295540" y="2968500"/>
                  </a:lnTo>
                  <a:lnTo>
                    <a:pt x="332483" y="2922248"/>
                  </a:lnTo>
                  <a:lnTo>
                    <a:pt x="369425" y="2874890"/>
                  </a:lnTo>
                  <a:lnTo>
                    <a:pt x="406368" y="2826791"/>
                  </a:lnTo>
                  <a:lnTo>
                    <a:pt x="443311" y="2776371"/>
                  </a:lnTo>
                  <a:lnTo>
                    <a:pt x="480253" y="2723751"/>
                  </a:lnTo>
                  <a:lnTo>
                    <a:pt x="517196" y="2669912"/>
                  </a:lnTo>
                  <a:lnTo>
                    <a:pt x="554138" y="2615836"/>
                  </a:lnTo>
                  <a:lnTo>
                    <a:pt x="591081" y="2562486"/>
                  </a:lnTo>
                  <a:lnTo>
                    <a:pt x="628024" y="2508640"/>
                  </a:lnTo>
                  <a:lnTo>
                    <a:pt x="664966" y="2453408"/>
                  </a:lnTo>
                  <a:lnTo>
                    <a:pt x="701909" y="2397256"/>
                  </a:lnTo>
                  <a:lnTo>
                    <a:pt x="738851" y="2340652"/>
                  </a:lnTo>
                  <a:lnTo>
                    <a:pt x="775794" y="2284063"/>
                  </a:lnTo>
                  <a:lnTo>
                    <a:pt x="812737" y="2227959"/>
                  </a:lnTo>
                  <a:lnTo>
                    <a:pt x="849679" y="2172805"/>
                  </a:lnTo>
                  <a:lnTo>
                    <a:pt x="886622" y="2119071"/>
                  </a:lnTo>
                  <a:lnTo>
                    <a:pt x="923564" y="2067223"/>
                  </a:lnTo>
                  <a:lnTo>
                    <a:pt x="960507" y="2016637"/>
                  </a:lnTo>
                  <a:lnTo>
                    <a:pt x="997450" y="1966383"/>
                  </a:lnTo>
                  <a:lnTo>
                    <a:pt x="1034392" y="1916488"/>
                  </a:lnTo>
                  <a:lnTo>
                    <a:pt x="1071335" y="1866978"/>
                  </a:lnTo>
                  <a:lnTo>
                    <a:pt x="1108277" y="1817880"/>
                  </a:lnTo>
                  <a:lnTo>
                    <a:pt x="1145220" y="1769220"/>
                  </a:lnTo>
                  <a:lnTo>
                    <a:pt x="1182162" y="1721025"/>
                  </a:lnTo>
                  <a:lnTo>
                    <a:pt x="1219105" y="1673321"/>
                  </a:lnTo>
                  <a:lnTo>
                    <a:pt x="1256048" y="1626134"/>
                  </a:lnTo>
                  <a:lnTo>
                    <a:pt x="1292990" y="1579491"/>
                  </a:lnTo>
                  <a:lnTo>
                    <a:pt x="1329933" y="1533418"/>
                  </a:lnTo>
                  <a:lnTo>
                    <a:pt x="1366875" y="1487941"/>
                  </a:lnTo>
                  <a:lnTo>
                    <a:pt x="1403818" y="1443088"/>
                  </a:lnTo>
                  <a:lnTo>
                    <a:pt x="1440761" y="1398876"/>
                  </a:lnTo>
                  <a:lnTo>
                    <a:pt x="1477703" y="1355143"/>
                  </a:lnTo>
                  <a:lnTo>
                    <a:pt x="1514646" y="1311821"/>
                  </a:lnTo>
                  <a:lnTo>
                    <a:pt x="1551588" y="1268914"/>
                  </a:lnTo>
                  <a:lnTo>
                    <a:pt x="1588531" y="1226426"/>
                  </a:lnTo>
                  <a:lnTo>
                    <a:pt x="1625474" y="1184363"/>
                  </a:lnTo>
                  <a:lnTo>
                    <a:pt x="1662416" y="1142727"/>
                  </a:lnTo>
                  <a:lnTo>
                    <a:pt x="1699359" y="1101524"/>
                  </a:lnTo>
                  <a:lnTo>
                    <a:pt x="1736301" y="1060757"/>
                  </a:lnTo>
                  <a:lnTo>
                    <a:pt x="1773244" y="1020431"/>
                  </a:lnTo>
                  <a:lnTo>
                    <a:pt x="1810187" y="980550"/>
                  </a:lnTo>
                  <a:lnTo>
                    <a:pt x="1847129" y="941119"/>
                  </a:lnTo>
                  <a:lnTo>
                    <a:pt x="1884072" y="902141"/>
                  </a:lnTo>
                  <a:lnTo>
                    <a:pt x="1921014" y="863620"/>
                  </a:lnTo>
                  <a:lnTo>
                    <a:pt x="1957957" y="825562"/>
                  </a:lnTo>
                  <a:lnTo>
                    <a:pt x="1994900" y="787970"/>
                  </a:lnTo>
                  <a:lnTo>
                    <a:pt x="2031842" y="750849"/>
                  </a:lnTo>
                  <a:lnTo>
                    <a:pt x="2068785" y="714202"/>
                  </a:lnTo>
                  <a:lnTo>
                    <a:pt x="2105727" y="678031"/>
                  </a:lnTo>
                  <a:lnTo>
                    <a:pt x="2142670" y="642333"/>
                  </a:lnTo>
                  <a:lnTo>
                    <a:pt x="2179612" y="607107"/>
                  </a:lnTo>
                  <a:lnTo>
                    <a:pt x="2216555" y="572352"/>
                  </a:lnTo>
                  <a:lnTo>
                    <a:pt x="2253498" y="538067"/>
                  </a:lnTo>
                  <a:lnTo>
                    <a:pt x="2290440" y="504249"/>
                  </a:lnTo>
                  <a:lnTo>
                    <a:pt x="2327383" y="470898"/>
                  </a:lnTo>
                  <a:lnTo>
                    <a:pt x="2364325" y="438013"/>
                  </a:lnTo>
                  <a:lnTo>
                    <a:pt x="2401268" y="405591"/>
                  </a:lnTo>
                  <a:lnTo>
                    <a:pt x="2438211" y="373632"/>
                  </a:lnTo>
                  <a:lnTo>
                    <a:pt x="2475153" y="342133"/>
                  </a:lnTo>
                  <a:lnTo>
                    <a:pt x="2512096" y="311095"/>
                  </a:lnTo>
                  <a:lnTo>
                    <a:pt x="2549038" y="280515"/>
                  </a:lnTo>
                  <a:lnTo>
                    <a:pt x="2585981" y="250393"/>
                  </a:lnTo>
                  <a:lnTo>
                    <a:pt x="2622924" y="220727"/>
                  </a:lnTo>
                  <a:lnTo>
                    <a:pt x="2659866" y="191519"/>
                  </a:lnTo>
                  <a:lnTo>
                    <a:pt x="2696809" y="162772"/>
                  </a:lnTo>
                  <a:lnTo>
                    <a:pt x="2733751" y="134485"/>
                  </a:lnTo>
                  <a:lnTo>
                    <a:pt x="2770694" y="106661"/>
                  </a:lnTo>
                  <a:lnTo>
                    <a:pt x="2807637" y="79299"/>
                  </a:lnTo>
                  <a:lnTo>
                    <a:pt x="2844579" y="52401"/>
                  </a:lnTo>
                  <a:lnTo>
                    <a:pt x="2881522" y="25967"/>
                  </a:lnTo>
                  <a:lnTo>
                    <a:pt x="291846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2025-10-13T13:04:13Z</dcterms:modified>
  <cp:category/>
</cp:coreProperties>
</file>