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(N=1849, events=771)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77017" y="537545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521242" y="533842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37557" y="517175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68183" y="493401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50531" y="463010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76262" y="425772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99427" y="343105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24485" y="291254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49009" y="239403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75576" y="213478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409028" y="2172070"/>
              <a:ext cx="2898558" cy="3293580"/>
            </a:xfrm>
            <a:custGeom>
              <a:avLst/>
              <a:pathLst>
                <a:path w="2898558" h="3293580">
                  <a:moveTo>
                    <a:pt x="0" y="3293580"/>
                  </a:moveTo>
                  <a:lnTo>
                    <a:pt x="36690" y="3252530"/>
                  </a:lnTo>
                  <a:lnTo>
                    <a:pt x="73381" y="3210640"/>
                  </a:lnTo>
                  <a:lnTo>
                    <a:pt x="110071" y="3167832"/>
                  </a:lnTo>
                  <a:lnTo>
                    <a:pt x="146762" y="3124029"/>
                  </a:lnTo>
                  <a:lnTo>
                    <a:pt x="183453" y="3079097"/>
                  </a:lnTo>
                  <a:lnTo>
                    <a:pt x="220143" y="3033213"/>
                  </a:lnTo>
                  <a:lnTo>
                    <a:pt x="256834" y="2986710"/>
                  </a:lnTo>
                  <a:lnTo>
                    <a:pt x="293524" y="2939359"/>
                  </a:lnTo>
                  <a:lnTo>
                    <a:pt x="330215" y="2890821"/>
                  </a:lnTo>
                  <a:lnTo>
                    <a:pt x="366906" y="2841679"/>
                  </a:lnTo>
                  <a:lnTo>
                    <a:pt x="403596" y="2792260"/>
                  </a:lnTo>
                  <a:lnTo>
                    <a:pt x="440287" y="2740143"/>
                  </a:lnTo>
                  <a:lnTo>
                    <a:pt x="476977" y="2685847"/>
                  </a:lnTo>
                  <a:lnTo>
                    <a:pt x="513668" y="2630964"/>
                  </a:lnTo>
                  <a:lnTo>
                    <a:pt x="550359" y="2577086"/>
                  </a:lnTo>
                  <a:lnTo>
                    <a:pt x="587049" y="2525505"/>
                  </a:lnTo>
                  <a:lnTo>
                    <a:pt x="623740" y="2474121"/>
                  </a:lnTo>
                  <a:lnTo>
                    <a:pt x="660431" y="2422241"/>
                  </a:lnTo>
                  <a:lnTo>
                    <a:pt x="697121" y="2369948"/>
                  </a:lnTo>
                  <a:lnTo>
                    <a:pt x="733812" y="2317326"/>
                  </a:lnTo>
                  <a:lnTo>
                    <a:pt x="770502" y="2264458"/>
                  </a:lnTo>
                  <a:lnTo>
                    <a:pt x="807193" y="2211426"/>
                  </a:lnTo>
                  <a:lnTo>
                    <a:pt x="843884" y="2158314"/>
                  </a:lnTo>
                  <a:lnTo>
                    <a:pt x="880574" y="2105205"/>
                  </a:lnTo>
                  <a:lnTo>
                    <a:pt x="917265" y="2052032"/>
                  </a:lnTo>
                  <a:lnTo>
                    <a:pt x="953955" y="1998009"/>
                  </a:lnTo>
                  <a:lnTo>
                    <a:pt x="990646" y="1943231"/>
                  </a:lnTo>
                  <a:lnTo>
                    <a:pt x="1027337" y="1887962"/>
                  </a:lnTo>
                  <a:lnTo>
                    <a:pt x="1064027" y="1832466"/>
                  </a:lnTo>
                  <a:lnTo>
                    <a:pt x="1100718" y="1777007"/>
                  </a:lnTo>
                  <a:lnTo>
                    <a:pt x="1137409" y="1721848"/>
                  </a:lnTo>
                  <a:lnTo>
                    <a:pt x="1174099" y="1667254"/>
                  </a:lnTo>
                  <a:lnTo>
                    <a:pt x="1210790" y="1613488"/>
                  </a:lnTo>
                  <a:lnTo>
                    <a:pt x="1247480" y="1560814"/>
                  </a:lnTo>
                  <a:lnTo>
                    <a:pt x="1284171" y="1509497"/>
                  </a:lnTo>
                  <a:lnTo>
                    <a:pt x="1320862" y="1459800"/>
                  </a:lnTo>
                  <a:lnTo>
                    <a:pt x="1357552" y="1411987"/>
                  </a:lnTo>
                  <a:lnTo>
                    <a:pt x="1394243" y="1366323"/>
                  </a:lnTo>
                  <a:lnTo>
                    <a:pt x="1430933" y="1323035"/>
                  </a:lnTo>
                  <a:lnTo>
                    <a:pt x="1467624" y="1281409"/>
                  </a:lnTo>
                  <a:lnTo>
                    <a:pt x="1504315" y="1240992"/>
                  </a:lnTo>
                  <a:lnTo>
                    <a:pt x="1541005" y="1201678"/>
                  </a:lnTo>
                  <a:lnTo>
                    <a:pt x="1577696" y="1163360"/>
                  </a:lnTo>
                  <a:lnTo>
                    <a:pt x="1614387" y="1125933"/>
                  </a:lnTo>
                  <a:lnTo>
                    <a:pt x="1651077" y="1089291"/>
                  </a:lnTo>
                  <a:lnTo>
                    <a:pt x="1687768" y="1053327"/>
                  </a:lnTo>
                  <a:lnTo>
                    <a:pt x="1724458" y="1017937"/>
                  </a:lnTo>
                  <a:lnTo>
                    <a:pt x="1761149" y="983013"/>
                  </a:lnTo>
                  <a:lnTo>
                    <a:pt x="1797840" y="948449"/>
                  </a:lnTo>
                  <a:lnTo>
                    <a:pt x="1834530" y="914141"/>
                  </a:lnTo>
                  <a:lnTo>
                    <a:pt x="1871221" y="879982"/>
                  </a:lnTo>
                  <a:lnTo>
                    <a:pt x="1907911" y="845865"/>
                  </a:lnTo>
                  <a:lnTo>
                    <a:pt x="1944602" y="811686"/>
                  </a:lnTo>
                  <a:lnTo>
                    <a:pt x="1981293" y="777338"/>
                  </a:lnTo>
                  <a:lnTo>
                    <a:pt x="2017983" y="742714"/>
                  </a:lnTo>
                  <a:lnTo>
                    <a:pt x="2054674" y="707732"/>
                  </a:lnTo>
                  <a:lnTo>
                    <a:pt x="2091364" y="673040"/>
                  </a:lnTo>
                  <a:lnTo>
                    <a:pt x="2128055" y="638953"/>
                  </a:lnTo>
                  <a:lnTo>
                    <a:pt x="2164746" y="605427"/>
                  </a:lnTo>
                  <a:lnTo>
                    <a:pt x="2201436" y="572419"/>
                  </a:lnTo>
                  <a:lnTo>
                    <a:pt x="2238127" y="539883"/>
                  </a:lnTo>
                  <a:lnTo>
                    <a:pt x="2274818" y="507778"/>
                  </a:lnTo>
                  <a:lnTo>
                    <a:pt x="2311508" y="476058"/>
                  </a:lnTo>
                  <a:lnTo>
                    <a:pt x="2348199" y="444681"/>
                  </a:lnTo>
                  <a:lnTo>
                    <a:pt x="2384889" y="413602"/>
                  </a:lnTo>
                  <a:lnTo>
                    <a:pt x="2421580" y="382778"/>
                  </a:lnTo>
                  <a:lnTo>
                    <a:pt x="2458271" y="352165"/>
                  </a:lnTo>
                  <a:lnTo>
                    <a:pt x="2494961" y="321719"/>
                  </a:lnTo>
                  <a:lnTo>
                    <a:pt x="2531652" y="291397"/>
                  </a:lnTo>
                  <a:lnTo>
                    <a:pt x="2568342" y="261155"/>
                  </a:lnTo>
                  <a:lnTo>
                    <a:pt x="2605033" y="231050"/>
                  </a:lnTo>
                  <a:lnTo>
                    <a:pt x="2641724" y="201212"/>
                  </a:lnTo>
                  <a:lnTo>
                    <a:pt x="2678414" y="171645"/>
                  </a:lnTo>
                  <a:lnTo>
                    <a:pt x="2715105" y="142349"/>
                  </a:lnTo>
                  <a:lnTo>
                    <a:pt x="2751796" y="113327"/>
                  </a:lnTo>
                  <a:lnTo>
                    <a:pt x="2788486" y="84579"/>
                  </a:lnTo>
                  <a:lnTo>
                    <a:pt x="2825177" y="56107"/>
                  </a:lnTo>
                  <a:lnTo>
                    <a:pt x="2861867" y="27914"/>
                  </a:lnTo>
                  <a:lnTo>
                    <a:pt x="2898558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(N=461, events=192)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88384" y="541367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523240" y="533761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27719" y="511419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79854" y="52631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002572" y="436944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95884" y="422049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826196" y="362468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08036" y="287993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55097" y="220965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80545" y="213518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420395" y="2108157"/>
              <a:ext cx="2892160" cy="3387942"/>
            </a:xfrm>
            <a:custGeom>
              <a:avLst/>
              <a:pathLst>
                <a:path w="2892160" h="3387942">
                  <a:moveTo>
                    <a:pt x="0" y="3387942"/>
                  </a:moveTo>
                  <a:lnTo>
                    <a:pt x="36609" y="3346427"/>
                  </a:lnTo>
                  <a:lnTo>
                    <a:pt x="73219" y="3304175"/>
                  </a:lnTo>
                  <a:lnTo>
                    <a:pt x="109828" y="3260722"/>
                  </a:lnTo>
                  <a:lnTo>
                    <a:pt x="146438" y="3215588"/>
                  </a:lnTo>
                  <a:lnTo>
                    <a:pt x="183048" y="3168545"/>
                  </a:lnTo>
                  <a:lnTo>
                    <a:pt x="219657" y="3120537"/>
                  </a:lnTo>
                  <a:lnTo>
                    <a:pt x="256267" y="3072296"/>
                  </a:lnTo>
                  <a:lnTo>
                    <a:pt x="292877" y="3022133"/>
                  </a:lnTo>
                  <a:lnTo>
                    <a:pt x="329486" y="2970718"/>
                  </a:lnTo>
                  <a:lnTo>
                    <a:pt x="366096" y="2919272"/>
                  </a:lnTo>
                  <a:lnTo>
                    <a:pt x="402705" y="2868681"/>
                  </a:lnTo>
                  <a:lnTo>
                    <a:pt x="439315" y="2815163"/>
                  </a:lnTo>
                  <a:lnTo>
                    <a:pt x="475925" y="2758675"/>
                  </a:lnTo>
                  <a:lnTo>
                    <a:pt x="512534" y="2700954"/>
                  </a:lnTo>
                  <a:lnTo>
                    <a:pt x="549144" y="2643733"/>
                  </a:lnTo>
                  <a:lnTo>
                    <a:pt x="585754" y="2588747"/>
                  </a:lnTo>
                  <a:lnTo>
                    <a:pt x="622363" y="2537570"/>
                  </a:lnTo>
                  <a:lnTo>
                    <a:pt x="658973" y="2487229"/>
                  </a:lnTo>
                  <a:lnTo>
                    <a:pt x="695582" y="2436231"/>
                  </a:lnTo>
                  <a:lnTo>
                    <a:pt x="732192" y="2384891"/>
                  </a:lnTo>
                  <a:lnTo>
                    <a:pt x="768802" y="2333522"/>
                  </a:lnTo>
                  <a:lnTo>
                    <a:pt x="805411" y="2282440"/>
                  </a:lnTo>
                  <a:lnTo>
                    <a:pt x="842021" y="2231959"/>
                  </a:lnTo>
                  <a:lnTo>
                    <a:pt x="878631" y="2182393"/>
                  </a:lnTo>
                  <a:lnTo>
                    <a:pt x="915240" y="2134057"/>
                  </a:lnTo>
                  <a:lnTo>
                    <a:pt x="951850" y="2087266"/>
                  </a:lnTo>
                  <a:lnTo>
                    <a:pt x="988459" y="2042333"/>
                  </a:lnTo>
                  <a:lnTo>
                    <a:pt x="1025069" y="1999654"/>
                  </a:lnTo>
                  <a:lnTo>
                    <a:pt x="1061679" y="1959740"/>
                  </a:lnTo>
                  <a:lnTo>
                    <a:pt x="1098288" y="1922151"/>
                  </a:lnTo>
                  <a:lnTo>
                    <a:pt x="1134898" y="1886312"/>
                  </a:lnTo>
                  <a:lnTo>
                    <a:pt x="1171508" y="1851647"/>
                  </a:lnTo>
                  <a:lnTo>
                    <a:pt x="1208117" y="1817582"/>
                  </a:lnTo>
                  <a:lnTo>
                    <a:pt x="1244727" y="1783541"/>
                  </a:lnTo>
                  <a:lnTo>
                    <a:pt x="1281336" y="1748949"/>
                  </a:lnTo>
                  <a:lnTo>
                    <a:pt x="1317946" y="1713230"/>
                  </a:lnTo>
                  <a:lnTo>
                    <a:pt x="1354556" y="1675810"/>
                  </a:lnTo>
                  <a:lnTo>
                    <a:pt x="1391165" y="1636114"/>
                  </a:lnTo>
                  <a:lnTo>
                    <a:pt x="1427775" y="1593566"/>
                  </a:lnTo>
                  <a:lnTo>
                    <a:pt x="1464385" y="1548020"/>
                  </a:lnTo>
                  <a:lnTo>
                    <a:pt x="1500994" y="1500480"/>
                  </a:lnTo>
                  <a:lnTo>
                    <a:pt x="1537604" y="1451300"/>
                  </a:lnTo>
                  <a:lnTo>
                    <a:pt x="1574213" y="1400785"/>
                  </a:lnTo>
                  <a:lnTo>
                    <a:pt x="1610823" y="1349241"/>
                  </a:lnTo>
                  <a:lnTo>
                    <a:pt x="1647433" y="1296973"/>
                  </a:lnTo>
                  <a:lnTo>
                    <a:pt x="1684042" y="1244286"/>
                  </a:lnTo>
                  <a:lnTo>
                    <a:pt x="1720652" y="1191485"/>
                  </a:lnTo>
                  <a:lnTo>
                    <a:pt x="1757262" y="1138876"/>
                  </a:lnTo>
                  <a:lnTo>
                    <a:pt x="1793871" y="1086763"/>
                  </a:lnTo>
                  <a:lnTo>
                    <a:pt x="1830481" y="1035452"/>
                  </a:lnTo>
                  <a:lnTo>
                    <a:pt x="1867090" y="985247"/>
                  </a:lnTo>
                  <a:lnTo>
                    <a:pt x="1903700" y="936455"/>
                  </a:lnTo>
                  <a:lnTo>
                    <a:pt x="1940310" y="889380"/>
                  </a:lnTo>
                  <a:lnTo>
                    <a:pt x="1976919" y="844328"/>
                  </a:lnTo>
                  <a:lnTo>
                    <a:pt x="2013529" y="801603"/>
                  </a:lnTo>
                  <a:lnTo>
                    <a:pt x="2050139" y="760615"/>
                  </a:lnTo>
                  <a:lnTo>
                    <a:pt x="2086748" y="719888"/>
                  </a:lnTo>
                  <a:lnTo>
                    <a:pt x="2123358" y="679458"/>
                  </a:lnTo>
                  <a:lnTo>
                    <a:pt x="2159967" y="639396"/>
                  </a:lnTo>
                  <a:lnTo>
                    <a:pt x="2196577" y="599774"/>
                  </a:lnTo>
                  <a:lnTo>
                    <a:pt x="2233187" y="560663"/>
                  </a:lnTo>
                  <a:lnTo>
                    <a:pt x="2269796" y="522134"/>
                  </a:lnTo>
                  <a:lnTo>
                    <a:pt x="2306406" y="484258"/>
                  </a:lnTo>
                  <a:lnTo>
                    <a:pt x="2343016" y="447107"/>
                  </a:lnTo>
                  <a:lnTo>
                    <a:pt x="2379625" y="410752"/>
                  </a:lnTo>
                  <a:lnTo>
                    <a:pt x="2416235" y="375264"/>
                  </a:lnTo>
                  <a:lnTo>
                    <a:pt x="2452844" y="340715"/>
                  </a:lnTo>
                  <a:lnTo>
                    <a:pt x="2489454" y="307176"/>
                  </a:lnTo>
                  <a:lnTo>
                    <a:pt x="2526064" y="274718"/>
                  </a:lnTo>
                  <a:lnTo>
                    <a:pt x="2562673" y="243413"/>
                  </a:lnTo>
                  <a:lnTo>
                    <a:pt x="2599283" y="213147"/>
                  </a:lnTo>
                  <a:lnTo>
                    <a:pt x="2635893" y="183675"/>
                  </a:lnTo>
                  <a:lnTo>
                    <a:pt x="2672502" y="154999"/>
                  </a:lnTo>
                  <a:lnTo>
                    <a:pt x="2709112" y="127125"/>
                  </a:lnTo>
                  <a:lnTo>
                    <a:pt x="2745721" y="100060"/>
                  </a:lnTo>
                  <a:lnTo>
                    <a:pt x="2782331" y="73809"/>
                  </a:lnTo>
                  <a:lnTo>
                    <a:pt x="2818941" y="48378"/>
                  </a:lnTo>
                  <a:lnTo>
                    <a:pt x="2855550" y="23773"/>
                  </a:lnTo>
                  <a:lnTo>
                    <a:pt x="2892160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2025-10-13T13:05:15Z</dcterms:modified>
  <cp:category/>
</cp:coreProperties>
</file>