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6176" y="53376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1419" y="49536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5219" y="49415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48698" y="509726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31609" y="41923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30414" y="35833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94860" y="33843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44586" y="32787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24506" y="28981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48926" y="228910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8187" y="2332924"/>
              <a:ext cx="2862749" cy="2975632"/>
            </a:xfrm>
            <a:custGeom>
              <a:avLst/>
              <a:pathLst>
                <a:path w="2862749" h="2975632">
                  <a:moveTo>
                    <a:pt x="0" y="2975632"/>
                  </a:moveTo>
                  <a:lnTo>
                    <a:pt x="36237" y="2934826"/>
                  </a:lnTo>
                  <a:lnTo>
                    <a:pt x="72474" y="2891925"/>
                  </a:lnTo>
                  <a:lnTo>
                    <a:pt x="108712" y="2846593"/>
                  </a:lnTo>
                  <a:lnTo>
                    <a:pt x="144949" y="2798494"/>
                  </a:lnTo>
                  <a:lnTo>
                    <a:pt x="181186" y="2747645"/>
                  </a:lnTo>
                  <a:lnTo>
                    <a:pt x="217424" y="2694603"/>
                  </a:lnTo>
                  <a:lnTo>
                    <a:pt x="253661" y="2639808"/>
                  </a:lnTo>
                  <a:lnTo>
                    <a:pt x="289898" y="2582513"/>
                  </a:lnTo>
                  <a:lnTo>
                    <a:pt x="326136" y="2523045"/>
                  </a:lnTo>
                  <a:lnTo>
                    <a:pt x="362373" y="2462061"/>
                  </a:lnTo>
                  <a:lnTo>
                    <a:pt x="398610" y="2400001"/>
                  </a:lnTo>
                  <a:lnTo>
                    <a:pt x="434848" y="2336616"/>
                  </a:lnTo>
                  <a:lnTo>
                    <a:pt x="471085" y="2271537"/>
                  </a:lnTo>
                  <a:lnTo>
                    <a:pt x="507322" y="2204399"/>
                  </a:lnTo>
                  <a:lnTo>
                    <a:pt x="543560" y="2134832"/>
                  </a:lnTo>
                  <a:lnTo>
                    <a:pt x="579797" y="2060049"/>
                  </a:lnTo>
                  <a:lnTo>
                    <a:pt x="616034" y="1978294"/>
                  </a:lnTo>
                  <a:lnTo>
                    <a:pt x="652272" y="1891671"/>
                  </a:lnTo>
                  <a:lnTo>
                    <a:pt x="688509" y="1802288"/>
                  </a:lnTo>
                  <a:lnTo>
                    <a:pt x="724746" y="1712256"/>
                  </a:lnTo>
                  <a:lnTo>
                    <a:pt x="760984" y="1623686"/>
                  </a:lnTo>
                  <a:lnTo>
                    <a:pt x="797221" y="1538687"/>
                  </a:lnTo>
                  <a:lnTo>
                    <a:pt x="833458" y="1459369"/>
                  </a:lnTo>
                  <a:lnTo>
                    <a:pt x="869696" y="1387843"/>
                  </a:lnTo>
                  <a:lnTo>
                    <a:pt x="905933" y="1326219"/>
                  </a:lnTo>
                  <a:lnTo>
                    <a:pt x="942170" y="1276607"/>
                  </a:lnTo>
                  <a:lnTo>
                    <a:pt x="978408" y="1238134"/>
                  </a:lnTo>
                  <a:lnTo>
                    <a:pt x="1014645" y="1207206"/>
                  </a:lnTo>
                  <a:lnTo>
                    <a:pt x="1050882" y="1182761"/>
                  </a:lnTo>
                  <a:lnTo>
                    <a:pt x="1087120" y="1163748"/>
                  </a:lnTo>
                  <a:lnTo>
                    <a:pt x="1123357" y="1149114"/>
                  </a:lnTo>
                  <a:lnTo>
                    <a:pt x="1159594" y="1137806"/>
                  </a:lnTo>
                  <a:lnTo>
                    <a:pt x="1195832" y="1128774"/>
                  </a:lnTo>
                  <a:lnTo>
                    <a:pt x="1232069" y="1120965"/>
                  </a:lnTo>
                  <a:lnTo>
                    <a:pt x="1268306" y="1113327"/>
                  </a:lnTo>
                  <a:lnTo>
                    <a:pt x="1304544" y="1104807"/>
                  </a:lnTo>
                  <a:lnTo>
                    <a:pt x="1340781" y="1094355"/>
                  </a:lnTo>
                  <a:lnTo>
                    <a:pt x="1377018" y="1080916"/>
                  </a:lnTo>
                  <a:lnTo>
                    <a:pt x="1413256" y="1063516"/>
                  </a:lnTo>
                  <a:lnTo>
                    <a:pt x="1449493" y="1046900"/>
                  </a:lnTo>
                  <a:lnTo>
                    <a:pt x="1485730" y="1033865"/>
                  </a:lnTo>
                  <a:lnTo>
                    <a:pt x="1521968" y="1023649"/>
                  </a:lnTo>
                  <a:lnTo>
                    <a:pt x="1558205" y="1015494"/>
                  </a:lnTo>
                  <a:lnTo>
                    <a:pt x="1594442" y="1008641"/>
                  </a:lnTo>
                  <a:lnTo>
                    <a:pt x="1630680" y="1002331"/>
                  </a:lnTo>
                  <a:lnTo>
                    <a:pt x="1666917" y="995804"/>
                  </a:lnTo>
                  <a:lnTo>
                    <a:pt x="1703154" y="988302"/>
                  </a:lnTo>
                  <a:lnTo>
                    <a:pt x="1739392" y="979065"/>
                  </a:lnTo>
                  <a:lnTo>
                    <a:pt x="1775629" y="967335"/>
                  </a:lnTo>
                  <a:lnTo>
                    <a:pt x="1811866" y="952351"/>
                  </a:lnTo>
                  <a:lnTo>
                    <a:pt x="1848104" y="933356"/>
                  </a:lnTo>
                  <a:lnTo>
                    <a:pt x="1884341" y="910843"/>
                  </a:lnTo>
                  <a:lnTo>
                    <a:pt x="1920578" y="887829"/>
                  </a:lnTo>
                  <a:lnTo>
                    <a:pt x="1956816" y="864419"/>
                  </a:lnTo>
                  <a:lnTo>
                    <a:pt x="1993053" y="840530"/>
                  </a:lnTo>
                  <a:lnTo>
                    <a:pt x="2029290" y="816079"/>
                  </a:lnTo>
                  <a:lnTo>
                    <a:pt x="2065528" y="790981"/>
                  </a:lnTo>
                  <a:lnTo>
                    <a:pt x="2101765" y="765155"/>
                  </a:lnTo>
                  <a:lnTo>
                    <a:pt x="2138003" y="738516"/>
                  </a:lnTo>
                  <a:lnTo>
                    <a:pt x="2174240" y="710981"/>
                  </a:lnTo>
                  <a:lnTo>
                    <a:pt x="2210477" y="682467"/>
                  </a:lnTo>
                  <a:lnTo>
                    <a:pt x="2246715" y="652890"/>
                  </a:lnTo>
                  <a:lnTo>
                    <a:pt x="2282952" y="622167"/>
                  </a:lnTo>
                  <a:lnTo>
                    <a:pt x="2319189" y="590214"/>
                  </a:lnTo>
                  <a:lnTo>
                    <a:pt x="2355427" y="557011"/>
                  </a:lnTo>
                  <a:lnTo>
                    <a:pt x="2391664" y="522918"/>
                  </a:lnTo>
                  <a:lnTo>
                    <a:pt x="2427901" y="487996"/>
                  </a:lnTo>
                  <a:lnTo>
                    <a:pt x="2464139" y="452235"/>
                  </a:lnTo>
                  <a:lnTo>
                    <a:pt x="2500376" y="415622"/>
                  </a:lnTo>
                  <a:lnTo>
                    <a:pt x="2536613" y="378146"/>
                  </a:lnTo>
                  <a:lnTo>
                    <a:pt x="2572851" y="339793"/>
                  </a:lnTo>
                  <a:lnTo>
                    <a:pt x="2609088" y="300553"/>
                  </a:lnTo>
                  <a:lnTo>
                    <a:pt x="2645325" y="260412"/>
                  </a:lnTo>
                  <a:lnTo>
                    <a:pt x="2681563" y="219360"/>
                  </a:lnTo>
                  <a:lnTo>
                    <a:pt x="2717800" y="177384"/>
                  </a:lnTo>
                  <a:lnTo>
                    <a:pt x="2754037" y="134472"/>
                  </a:lnTo>
                  <a:lnTo>
                    <a:pt x="2790275" y="90612"/>
                  </a:lnTo>
                  <a:lnTo>
                    <a:pt x="2826512" y="45792"/>
                  </a:lnTo>
                  <a:lnTo>
                    <a:pt x="286274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2025-10-13T13:11:42Z</dcterms:modified>
  <cp:category/>
</cp:coreProperties>
</file>