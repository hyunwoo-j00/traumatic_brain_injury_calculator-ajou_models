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(N=2310, events=963)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15717" y="53530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60957" y="53827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87832" y="52344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44400" y="49378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72662" y="45225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90917" y="40776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918307" y="36475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31373" y="292088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05941" y="238698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48000" y="212003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7727" y="2116035"/>
              <a:ext cx="2932283" cy="3363429"/>
            </a:xfrm>
            <a:custGeom>
              <a:avLst/>
              <a:pathLst>
                <a:path w="2932283" h="3363429">
                  <a:moveTo>
                    <a:pt x="0" y="3363429"/>
                  </a:moveTo>
                  <a:lnTo>
                    <a:pt x="37117" y="3325390"/>
                  </a:lnTo>
                  <a:lnTo>
                    <a:pt x="74235" y="3286438"/>
                  </a:lnTo>
                  <a:lnTo>
                    <a:pt x="111352" y="3246394"/>
                  </a:lnTo>
                  <a:lnTo>
                    <a:pt x="148470" y="3205082"/>
                  </a:lnTo>
                  <a:lnTo>
                    <a:pt x="185587" y="3162359"/>
                  </a:lnTo>
                  <a:lnTo>
                    <a:pt x="222705" y="3118475"/>
                  </a:lnTo>
                  <a:lnTo>
                    <a:pt x="259822" y="3073816"/>
                  </a:lnTo>
                  <a:lnTo>
                    <a:pt x="296940" y="3028387"/>
                  </a:lnTo>
                  <a:lnTo>
                    <a:pt x="334057" y="2981431"/>
                  </a:lnTo>
                  <a:lnTo>
                    <a:pt x="371175" y="2933435"/>
                  </a:lnTo>
                  <a:lnTo>
                    <a:pt x="408292" y="2884984"/>
                  </a:lnTo>
                  <a:lnTo>
                    <a:pt x="445410" y="2836110"/>
                  </a:lnTo>
                  <a:lnTo>
                    <a:pt x="482527" y="2783664"/>
                  </a:lnTo>
                  <a:lnTo>
                    <a:pt x="519645" y="2728304"/>
                  </a:lnTo>
                  <a:lnTo>
                    <a:pt x="556762" y="2671557"/>
                  </a:lnTo>
                  <a:lnTo>
                    <a:pt x="593880" y="2614951"/>
                  </a:lnTo>
                  <a:lnTo>
                    <a:pt x="630997" y="2560011"/>
                  </a:lnTo>
                  <a:lnTo>
                    <a:pt x="668115" y="2508004"/>
                  </a:lnTo>
                  <a:lnTo>
                    <a:pt x="705232" y="2456042"/>
                  </a:lnTo>
                  <a:lnTo>
                    <a:pt x="742350" y="2403260"/>
                  </a:lnTo>
                  <a:lnTo>
                    <a:pt x="779467" y="2350123"/>
                  </a:lnTo>
                  <a:lnTo>
                    <a:pt x="816585" y="2297092"/>
                  </a:lnTo>
                  <a:lnTo>
                    <a:pt x="853702" y="2244630"/>
                  </a:lnTo>
                  <a:lnTo>
                    <a:pt x="890820" y="2193200"/>
                  </a:lnTo>
                  <a:lnTo>
                    <a:pt x="927937" y="2143266"/>
                  </a:lnTo>
                  <a:lnTo>
                    <a:pt x="965055" y="2095290"/>
                  </a:lnTo>
                  <a:lnTo>
                    <a:pt x="1002172" y="2049735"/>
                  </a:lnTo>
                  <a:lnTo>
                    <a:pt x="1039290" y="2007064"/>
                  </a:lnTo>
                  <a:lnTo>
                    <a:pt x="1076407" y="1967740"/>
                  </a:lnTo>
                  <a:lnTo>
                    <a:pt x="1113525" y="1931353"/>
                  </a:lnTo>
                  <a:lnTo>
                    <a:pt x="1150642" y="1897018"/>
                  </a:lnTo>
                  <a:lnTo>
                    <a:pt x="1187760" y="1864353"/>
                  </a:lnTo>
                  <a:lnTo>
                    <a:pt x="1224877" y="1832975"/>
                  </a:lnTo>
                  <a:lnTo>
                    <a:pt x="1261995" y="1802501"/>
                  </a:lnTo>
                  <a:lnTo>
                    <a:pt x="1299112" y="1772549"/>
                  </a:lnTo>
                  <a:lnTo>
                    <a:pt x="1336230" y="1742735"/>
                  </a:lnTo>
                  <a:lnTo>
                    <a:pt x="1373347" y="1712677"/>
                  </a:lnTo>
                  <a:lnTo>
                    <a:pt x="1410465" y="1681993"/>
                  </a:lnTo>
                  <a:lnTo>
                    <a:pt x="1447582" y="1650299"/>
                  </a:lnTo>
                  <a:lnTo>
                    <a:pt x="1484700" y="1617213"/>
                  </a:lnTo>
                  <a:lnTo>
                    <a:pt x="1521817" y="1582352"/>
                  </a:lnTo>
                  <a:lnTo>
                    <a:pt x="1558935" y="1545334"/>
                  </a:lnTo>
                  <a:lnTo>
                    <a:pt x="1596052" y="1505775"/>
                  </a:lnTo>
                  <a:lnTo>
                    <a:pt x="1633170" y="1463958"/>
                  </a:lnTo>
                  <a:lnTo>
                    <a:pt x="1670287" y="1421068"/>
                  </a:lnTo>
                  <a:lnTo>
                    <a:pt x="1707405" y="1377303"/>
                  </a:lnTo>
                  <a:lnTo>
                    <a:pt x="1744522" y="1332834"/>
                  </a:lnTo>
                  <a:lnTo>
                    <a:pt x="1781640" y="1287831"/>
                  </a:lnTo>
                  <a:lnTo>
                    <a:pt x="1818757" y="1242464"/>
                  </a:lnTo>
                  <a:lnTo>
                    <a:pt x="1855875" y="1196904"/>
                  </a:lnTo>
                  <a:lnTo>
                    <a:pt x="1892992" y="1151321"/>
                  </a:lnTo>
                  <a:lnTo>
                    <a:pt x="1930110" y="1105886"/>
                  </a:lnTo>
                  <a:lnTo>
                    <a:pt x="1967227" y="1060768"/>
                  </a:lnTo>
                  <a:lnTo>
                    <a:pt x="2004345" y="1016138"/>
                  </a:lnTo>
                  <a:lnTo>
                    <a:pt x="2041462" y="972166"/>
                  </a:lnTo>
                  <a:lnTo>
                    <a:pt x="2078580" y="929023"/>
                  </a:lnTo>
                  <a:lnTo>
                    <a:pt x="2115698" y="886880"/>
                  </a:lnTo>
                  <a:lnTo>
                    <a:pt x="2152815" y="845166"/>
                  </a:lnTo>
                  <a:lnTo>
                    <a:pt x="2189933" y="803249"/>
                  </a:lnTo>
                  <a:lnTo>
                    <a:pt x="2227050" y="761192"/>
                  </a:lnTo>
                  <a:lnTo>
                    <a:pt x="2264168" y="719061"/>
                  </a:lnTo>
                  <a:lnTo>
                    <a:pt x="2301285" y="676919"/>
                  </a:lnTo>
                  <a:lnTo>
                    <a:pt x="2338403" y="634833"/>
                  </a:lnTo>
                  <a:lnTo>
                    <a:pt x="2375520" y="592867"/>
                  </a:lnTo>
                  <a:lnTo>
                    <a:pt x="2412638" y="551086"/>
                  </a:lnTo>
                  <a:lnTo>
                    <a:pt x="2449755" y="509554"/>
                  </a:lnTo>
                  <a:lnTo>
                    <a:pt x="2486873" y="468337"/>
                  </a:lnTo>
                  <a:lnTo>
                    <a:pt x="2523990" y="427500"/>
                  </a:lnTo>
                  <a:lnTo>
                    <a:pt x="2561108" y="387107"/>
                  </a:lnTo>
                  <a:lnTo>
                    <a:pt x="2598225" y="347216"/>
                  </a:lnTo>
                  <a:lnTo>
                    <a:pt x="2635343" y="307654"/>
                  </a:lnTo>
                  <a:lnTo>
                    <a:pt x="2672460" y="268327"/>
                  </a:lnTo>
                  <a:lnTo>
                    <a:pt x="2709578" y="229242"/>
                  </a:lnTo>
                  <a:lnTo>
                    <a:pt x="2746695" y="190401"/>
                  </a:lnTo>
                  <a:lnTo>
                    <a:pt x="2783813" y="151808"/>
                  </a:lnTo>
                  <a:lnTo>
                    <a:pt x="2820930" y="113467"/>
                  </a:lnTo>
                  <a:lnTo>
                    <a:pt x="2858048" y="75383"/>
                  </a:lnTo>
                  <a:lnTo>
                    <a:pt x="2895165" y="37559"/>
                  </a:lnTo>
                  <a:lnTo>
                    <a:pt x="293228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2025-10-13T13:05:42Z</dcterms:modified>
  <cp:category/>
</cp:coreProperties>
</file>