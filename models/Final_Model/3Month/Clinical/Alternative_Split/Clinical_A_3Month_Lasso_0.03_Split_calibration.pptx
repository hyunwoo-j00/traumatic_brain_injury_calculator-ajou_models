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(N=1849, events=771)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402736" y="53754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543352" y="532080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60682" y="50127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94571" y="49623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17181" y="455562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51396" y="39140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833337" y="35606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58577" y="31532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33081" y="25051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91535" y="22088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34747" y="2208196"/>
              <a:ext cx="2788798" cy="3218722"/>
            </a:xfrm>
            <a:custGeom>
              <a:avLst/>
              <a:pathLst>
                <a:path w="2788798" h="3218722">
                  <a:moveTo>
                    <a:pt x="0" y="3218722"/>
                  </a:moveTo>
                  <a:lnTo>
                    <a:pt x="35301" y="3183810"/>
                  </a:lnTo>
                  <a:lnTo>
                    <a:pt x="70602" y="3147328"/>
                  </a:lnTo>
                  <a:lnTo>
                    <a:pt x="105903" y="3109281"/>
                  </a:lnTo>
                  <a:lnTo>
                    <a:pt x="141205" y="3069669"/>
                  </a:lnTo>
                  <a:lnTo>
                    <a:pt x="176506" y="3028510"/>
                  </a:lnTo>
                  <a:lnTo>
                    <a:pt x="211807" y="2985795"/>
                  </a:lnTo>
                  <a:lnTo>
                    <a:pt x="247108" y="2941495"/>
                  </a:lnTo>
                  <a:lnTo>
                    <a:pt x="282410" y="2895548"/>
                  </a:lnTo>
                  <a:lnTo>
                    <a:pt x="317711" y="2847905"/>
                  </a:lnTo>
                  <a:lnTo>
                    <a:pt x="353012" y="2798663"/>
                  </a:lnTo>
                  <a:lnTo>
                    <a:pt x="388313" y="2747928"/>
                  </a:lnTo>
                  <a:lnTo>
                    <a:pt x="423615" y="2695616"/>
                  </a:lnTo>
                  <a:lnTo>
                    <a:pt x="458916" y="2641556"/>
                  </a:lnTo>
                  <a:lnTo>
                    <a:pt x="494217" y="2585846"/>
                  </a:lnTo>
                  <a:lnTo>
                    <a:pt x="529518" y="2528585"/>
                  </a:lnTo>
                  <a:lnTo>
                    <a:pt x="564820" y="2469874"/>
                  </a:lnTo>
                  <a:lnTo>
                    <a:pt x="600121" y="2409812"/>
                  </a:lnTo>
                  <a:lnTo>
                    <a:pt x="635422" y="2348187"/>
                  </a:lnTo>
                  <a:lnTo>
                    <a:pt x="670723" y="2284185"/>
                  </a:lnTo>
                  <a:lnTo>
                    <a:pt x="706025" y="2218674"/>
                  </a:lnTo>
                  <a:lnTo>
                    <a:pt x="741326" y="2152694"/>
                  </a:lnTo>
                  <a:lnTo>
                    <a:pt x="776627" y="2087284"/>
                  </a:lnTo>
                  <a:lnTo>
                    <a:pt x="811928" y="2023484"/>
                  </a:lnTo>
                  <a:lnTo>
                    <a:pt x="847230" y="1962334"/>
                  </a:lnTo>
                  <a:lnTo>
                    <a:pt x="882531" y="1904874"/>
                  </a:lnTo>
                  <a:lnTo>
                    <a:pt x="917832" y="1852143"/>
                  </a:lnTo>
                  <a:lnTo>
                    <a:pt x="953133" y="1805150"/>
                  </a:lnTo>
                  <a:lnTo>
                    <a:pt x="988435" y="1762344"/>
                  </a:lnTo>
                  <a:lnTo>
                    <a:pt x="1023736" y="1722154"/>
                  </a:lnTo>
                  <a:lnTo>
                    <a:pt x="1059037" y="1684282"/>
                  </a:lnTo>
                  <a:lnTo>
                    <a:pt x="1094338" y="1648429"/>
                  </a:lnTo>
                  <a:lnTo>
                    <a:pt x="1129640" y="1614296"/>
                  </a:lnTo>
                  <a:lnTo>
                    <a:pt x="1164941" y="1581586"/>
                  </a:lnTo>
                  <a:lnTo>
                    <a:pt x="1200242" y="1550000"/>
                  </a:lnTo>
                  <a:lnTo>
                    <a:pt x="1235543" y="1519239"/>
                  </a:lnTo>
                  <a:lnTo>
                    <a:pt x="1270845" y="1489006"/>
                  </a:lnTo>
                  <a:lnTo>
                    <a:pt x="1306146" y="1459001"/>
                  </a:lnTo>
                  <a:lnTo>
                    <a:pt x="1341447" y="1428926"/>
                  </a:lnTo>
                  <a:lnTo>
                    <a:pt x="1376748" y="1398484"/>
                  </a:lnTo>
                  <a:lnTo>
                    <a:pt x="1412050" y="1367374"/>
                  </a:lnTo>
                  <a:lnTo>
                    <a:pt x="1447351" y="1335579"/>
                  </a:lnTo>
                  <a:lnTo>
                    <a:pt x="1482652" y="1304688"/>
                  </a:lnTo>
                  <a:lnTo>
                    <a:pt x="1517953" y="1274829"/>
                  </a:lnTo>
                  <a:lnTo>
                    <a:pt x="1553255" y="1245793"/>
                  </a:lnTo>
                  <a:lnTo>
                    <a:pt x="1588556" y="1217366"/>
                  </a:lnTo>
                  <a:lnTo>
                    <a:pt x="1623857" y="1189340"/>
                  </a:lnTo>
                  <a:lnTo>
                    <a:pt x="1659158" y="1161503"/>
                  </a:lnTo>
                  <a:lnTo>
                    <a:pt x="1694460" y="1133645"/>
                  </a:lnTo>
                  <a:lnTo>
                    <a:pt x="1729761" y="1105554"/>
                  </a:lnTo>
                  <a:lnTo>
                    <a:pt x="1765062" y="1077021"/>
                  </a:lnTo>
                  <a:lnTo>
                    <a:pt x="1800363" y="1047834"/>
                  </a:lnTo>
                  <a:lnTo>
                    <a:pt x="1835665" y="1017783"/>
                  </a:lnTo>
                  <a:lnTo>
                    <a:pt x="1870966" y="986656"/>
                  </a:lnTo>
                  <a:lnTo>
                    <a:pt x="1906267" y="954244"/>
                  </a:lnTo>
                  <a:lnTo>
                    <a:pt x="1941568" y="920334"/>
                  </a:lnTo>
                  <a:lnTo>
                    <a:pt x="1976870" y="885010"/>
                  </a:lnTo>
                  <a:lnTo>
                    <a:pt x="2012171" y="849365"/>
                  </a:lnTo>
                  <a:lnTo>
                    <a:pt x="2047472" y="813518"/>
                  </a:lnTo>
                  <a:lnTo>
                    <a:pt x="2082773" y="777458"/>
                  </a:lnTo>
                  <a:lnTo>
                    <a:pt x="2118075" y="741174"/>
                  </a:lnTo>
                  <a:lnTo>
                    <a:pt x="2153376" y="704655"/>
                  </a:lnTo>
                  <a:lnTo>
                    <a:pt x="2188677" y="667891"/>
                  </a:lnTo>
                  <a:lnTo>
                    <a:pt x="2223978" y="630872"/>
                  </a:lnTo>
                  <a:lnTo>
                    <a:pt x="2259280" y="593585"/>
                  </a:lnTo>
                  <a:lnTo>
                    <a:pt x="2294581" y="556020"/>
                  </a:lnTo>
                  <a:lnTo>
                    <a:pt x="2329882" y="518168"/>
                  </a:lnTo>
                  <a:lnTo>
                    <a:pt x="2365183" y="480016"/>
                  </a:lnTo>
                  <a:lnTo>
                    <a:pt x="2400485" y="441555"/>
                  </a:lnTo>
                  <a:lnTo>
                    <a:pt x="2435786" y="402773"/>
                  </a:lnTo>
                  <a:lnTo>
                    <a:pt x="2471087" y="363692"/>
                  </a:lnTo>
                  <a:lnTo>
                    <a:pt x="2506388" y="324329"/>
                  </a:lnTo>
                  <a:lnTo>
                    <a:pt x="2541690" y="284692"/>
                  </a:lnTo>
                  <a:lnTo>
                    <a:pt x="2576991" y="244784"/>
                  </a:lnTo>
                  <a:lnTo>
                    <a:pt x="2612292" y="204613"/>
                  </a:lnTo>
                  <a:lnTo>
                    <a:pt x="2647593" y="164184"/>
                  </a:lnTo>
                  <a:lnTo>
                    <a:pt x="2682895" y="123502"/>
                  </a:lnTo>
                  <a:lnTo>
                    <a:pt x="2718196" y="82574"/>
                  </a:lnTo>
                  <a:lnTo>
                    <a:pt x="2753497" y="41404"/>
                  </a:lnTo>
                  <a:lnTo>
                    <a:pt x="278879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(N=461, events=192)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418242" y="526789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549850" y="54120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67319" y="54180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90560" y="45893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18597" y="459286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59828" y="38481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74188" y="369916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291912" y="295441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07005" y="265651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11088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50252" y="2134638"/>
              <a:ext cx="2792845" cy="3305721"/>
            </a:xfrm>
            <a:custGeom>
              <a:avLst/>
              <a:pathLst>
                <a:path w="2792845" h="3305721">
                  <a:moveTo>
                    <a:pt x="0" y="3305721"/>
                  </a:moveTo>
                  <a:lnTo>
                    <a:pt x="35352" y="3271837"/>
                  </a:lnTo>
                  <a:lnTo>
                    <a:pt x="70704" y="3235721"/>
                  </a:lnTo>
                  <a:lnTo>
                    <a:pt x="106057" y="3197322"/>
                  </a:lnTo>
                  <a:lnTo>
                    <a:pt x="141409" y="3156585"/>
                  </a:lnTo>
                  <a:lnTo>
                    <a:pt x="176762" y="3113475"/>
                  </a:lnTo>
                  <a:lnTo>
                    <a:pt x="212114" y="3068176"/>
                  </a:lnTo>
                  <a:lnTo>
                    <a:pt x="247467" y="3020918"/>
                  </a:lnTo>
                  <a:lnTo>
                    <a:pt x="282819" y="2971390"/>
                  </a:lnTo>
                  <a:lnTo>
                    <a:pt x="318172" y="2919380"/>
                  </a:lnTo>
                  <a:lnTo>
                    <a:pt x="353524" y="2865436"/>
                  </a:lnTo>
                  <a:lnTo>
                    <a:pt x="388877" y="2809032"/>
                  </a:lnTo>
                  <a:lnTo>
                    <a:pt x="424229" y="2744276"/>
                  </a:lnTo>
                  <a:lnTo>
                    <a:pt x="459582" y="2672726"/>
                  </a:lnTo>
                  <a:lnTo>
                    <a:pt x="494934" y="2597442"/>
                  </a:lnTo>
                  <a:lnTo>
                    <a:pt x="530287" y="2521484"/>
                  </a:lnTo>
                  <a:lnTo>
                    <a:pt x="565639" y="2447911"/>
                  </a:lnTo>
                  <a:lnTo>
                    <a:pt x="600992" y="2379782"/>
                  </a:lnTo>
                  <a:lnTo>
                    <a:pt x="636344" y="2314888"/>
                  </a:lnTo>
                  <a:lnTo>
                    <a:pt x="671697" y="2249832"/>
                  </a:lnTo>
                  <a:lnTo>
                    <a:pt x="707049" y="2185392"/>
                  </a:lnTo>
                  <a:lnTo>
                    <a:pt x="742402" y="2122343"/>
                  </a:lnTo>
                  <a:lnTo>
                    <a:pt x="777754" y="2061463"/>
                  </a:lnTo>
                  <a:lnTo>
                    <a:pt x="813107" y="2003528"/>
                  </a:lnTo>
                  <a:lnTo>
                    <a:pt x="848459" y="1949315"/>
                  </a:lnTo>
                  <a:lnTo>
                    <a:pt x="883812" y="1899601"/>
                  </a:lnTo>
                  <a:lnTo>
                    <a:pt x="919164" y="1855162"/>
                  </a:lnTo>
                  <a:lnTo>
                    <a:pt x="954516" y="1816576"/>
                  </a:lnTo>
                  <a:lnTo>
                    <a:pt x="989869" y="1781998"/>
                  </a:lnTo>
                  <a:lnTo>
                    <a:pt x="1025221" y="1750269"/>
                  </a:lnTo>
                  <a:lnTo>
                    <a:pt x="1060574" y="1720732"/>
                  </a:lnTo>
                  <a:lnTo>
                    <a:pt x="1095926" y="1692732"/>
                  </a:lnTo>
                  <a:lnTo>
                    <a:pt x="1131279" y="1665612"/>
                  </a:lnTo>
                  <a:lnTo>
                    <a:pt x="1166631" y="1638716"/>
                  </a:lnTo>
                  <a:lnTo>
                    <a:pt x="1201984" y="1611388"/>
                  </a:lnTo>
                  <a:lnTo>
                    <a:pt x="1237336" y="1582971"/>
                  </a:lnTo>
                  <a:lnTo>
                    <a:pt x="1272689" y="1552810"/>
                  </a:lnTo>
                  <a:lnTo>
                    <a:pt x="1308041" y="1520248"/>
                  </a:lnTo>
                  <a:lnTo>
                    <a:pt x="1343394" y="1484628"/>
                  </a:lnTo>
                  <a:lnTo>
                    <a:pt x="1378746" y="1446432"/>
                  </a:lnTo>
                  <a:lnTo>
                    <a:pt x="1414099" y="1409208"/>
                  </a:lnTo>
                  <a:lnTo>
                    <a:pt x="1449451" y="1373130"/>
                  </a:lnTo>
                  <a:lnTo>
                    <a:pt x="1484804" y="1338036"/>
                  </a:lnTo>
                  <a:lnTo>
                    <a:pt x="1520156" y="1303765"/>
                  </a:lnTo>
                  <a:lnTo>
                    <a:pt x="1555509" y="1270154"/>
                  </a:lnTo>
                  <a:lnTo>
                    <a:pt x="1590861" y="1237043"/>
                  </a:lnTo>
                  <a:lnTo>
                    <a:pt x="1626214" y="1204269"/>
                  </a:lnTo>
                  <a:lnTo>
                    <a:pt x="1661566" y="1171672"/>
                  </a:lnTo>
                  <a:lnTo>
                    <a:pt x="1696919" y="1139089"/>
                  </a:lnTo>
                  <a:lnTo>
                    <a:pt x="1732271" y="1106358"/>
                  </a:lnTo>
                  <a:lnTo>
                    <a:pt x="1767624" y="1073320"/>
                  </a:lnTo>
                  <a:lnTo>
                    <a:pt x="1802976" y="1039811"/>
                  </a:lnTo>
                  <a:lnTo>
                    <a:pt x="1838328" y="1005671"/>
                  </a:lnTo>
                  <a:lnTo>
                    <a:pt x="1873681" y="970737"/>
                  </a:lnTo>
                  <a:lnTo>
                    <a:pt x="1909033" y="935321"/>
                  </a:lnTo>
                  <a:lnTo>
                    <a:pt x="1944386" y="899831"/>
                  </a:lnTo>
                  <a:lnTo>
                    <a:pt x="1979738" y="864254"/>
                  </a:lnTo>
                  <a:lnTo>
                    <a:pt x="2015091" y="828576"/>
                  </a:lnTo>
                  <a:lnTo>
                    <a:pt x="2050443" y="792782"/>
                  </a:lnTo>
                  <a:lnTo>
                    <a:pt x="2085796" y="756858"/>
                  </a:lnTo>
                  <a:lnTo>
                    <a:pt x="2121148" y="720792"/>
                  </a:lnTo>
                  <a:lnTo>
                    <a:pt x="2156501" y="684568"/>
                  </a:lnTo>
                  <a:lnTo>
                    <a:pt x="2191853" y="648173"/>
                  </a:lnTo>
                  <a:lnTo>
                    <a:pt x="2227206" y="611592"/>
                  </a:lnTo>
                  <a:lnTo>
                    <a:pt x="2262558" y="574813"/>
                  </a:lnTo>
                  <a:lnTo>
                    <a:pt x="2297911" y="537820"/>
                  </a:lnTo>
                  <a:lnTo>
                    <a:pt x="2333263" y="500600"/>
                  </a:lnTo>
                  <a:lnTo>
                    <a:pt x="2368616" y="463139"/>
                  </a:lnTo>
                  <a:lnTo>
                    <a:pt x="2403968" y="425435"/>
                  </a:lnTo>
                  <a:lnTo>
                    <a:pt x="2439321" y="387577"/>
                  </a:lnTo>
                  <a:lnTo>
                    <a:pt x="2474673" y="349579"/>
                  </a:lnTo>
                  <a:lnTo>
                    <a:pt x="2510026" y="311433"/>
                  </a:lnTo>
                  <a:lnTo>
                    <a:pt x="2545378" y="273131"/>
                  </a:lnTo>
                  <a:lnTo>
                    <a:pt x="2580731" y="234665"/>
                  </a:lnTo>
                  <a:lnTo>
                    <a:pt x="2616083" y="196028"/>
                  </a:lnTo>
                  <a:lnTo>
                    <a:pt x="2651436" y="157211"/>
                  </a:lnTo>
                  <a:lnTo>
                    <a:pt x="2686788" y="118208"/>
                  </a:lnTo>
                  <a:lnTo>
                    <a:pt x="2722141" y="79010"/>
                  </a:lnTo>
                  <a:lnTo>
                    <a:pt x="2757493" y="39610"/>
                  </a:lnTo>
                  <a:lnTo>
                    <a:pt x="2792845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2025-10-13T13:01:19Z</dcterms:modified>
  <cp:category/>
</cp:coreProperties>
</file>