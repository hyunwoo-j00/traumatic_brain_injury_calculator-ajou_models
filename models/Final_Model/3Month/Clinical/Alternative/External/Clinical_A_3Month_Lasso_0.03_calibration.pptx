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 (external)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340634" y="541043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463742" y="491559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569290" y="483402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693665" y="502978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3839285" y="396396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4175375" y="385149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4580982" y="3306476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5018663" y="335492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5432683" y="2974271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5941393" y="2289100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372644" y="2341747"/>
              <a:ext cx="2600759" cy="3049281"/>
            </a:xfrm>
            <a:custGeom>
              <a:avLst/>
              <a:pathLst>
                <a:path w="2600759" h="3049281">
                  <a:moveTo>
                    <a:pt x="0" y="3049281"/>
                  </a:moveTo>
                  <a:lnTo>
                    <a:pt x="32921" y="2974940"/>
                  </a:lnTo>
                  <a:lnTo>
                    <a:pt x="65842" y="2901491"/>
                  </a:lnTo>
                  <a:lnTo>
                    <a:pt x="98763" y="2828592"/>
                  </a:lnTo>
                  <a:lnTo>
                    <a:pt x="131684" y="2755883"/>
                  </a:lnTo>
                  <a:lnTo>
                    <a:pt x="164605" y="2683037"/>
                  </a:lnTo>
                  <a:lnTo>
                    <a:pt x="197526" y="2610721"/>
                  </a:lnTo>
                  <a:lnTo>
                    <a:pt x="230447" y="2539838"/>
                  </a:lnTo>
                  <a:lnTo>
                    <a:pt x="263368" y="2469784"/>
                  </a:lnTo>
                  <a:lnTo>
                    <a:pt x="296289" y="2400190"/>
                  </a:lnTo>
                  <a:lnTo>
                    <a:pt x="329210" y="2331888"/>
                  </a:lnTo>
                  <a:lnTo>
                    <a:pt x="362131" y="2265680"/>
                  </a:lnTo>
                  <a:lnTo>
                    <a:pt x="395052" y="2201535"/>
                  </a:lnTo>
                  <a:lnTo>
                    <a:pt x="427973" y="2139009"/>
                  </a:lnTo>
                  <a:lnTo>
                    <a:pt x="460894" y="2077763"/>
                  </a:lnTo>
                  <a:lnTo>
                    <a:pt x="493815" y="2017454"/>
                  </a:lnTo>
                  <a:lnTo>
                    <a:pt x="526736" y="1957096"/>
                  </a:lnTo>
                  <a:lnTo>
                    <a:pt x="559657" y="1895763"/>
                  </a:lnTo>
                  <a:lnTo>
                    <a:pt x="592578" y="1834016"/>
                  </a:lnTo>
                  <a:lnTo>
                    <a:pt x="625499" y="1772440"/>
                  </a:lnTo>
                  <a:lnTo>
                    <a:pt x="658420" y="1711617"/>
                  </a:lnTo>
                  <a:lnTo>
                    <a:pt x="691341" y="1652132"/>
                  </a:lnTo>
                  <a:lnTo>
                    <a:pt x="724262" y="1594567"/>
                  </a:lnTo>
                  <a:lnTo>
                    <a:pt x="757183" y="1539506"/>
                  </a:lnTo>
                  <a:lnTo>
                    <a:pt x="790104" y="1487532"/>
                  </a:lnTo>
                  <a:lnTo>
                    <a:pt x="823025" y="1439230"/>
                  </a:lnTo>
                  <a:lnTo>
                    <a:pt x="855946" y="1395247"/>
                  </a:lnTo>
                  <a:lnTo>
                    <a:pt x="888867" y="1355911"/>
                  </a:lnTo>
                  <a:lnTo>
                    <a:pt x="921788" y="1320778"/>
                  </a:lnTo>
                  <a:lnTo>
                    <a:pt x="954709" y="1289361"/>
                  </a:lnTo>
                  <a:lnTo>
                    <a:pt x="987630" y="1261172"/>
                  </a:lnTo>
                  <a:lnTo>
                    <a:pt x="1020551" y="1235725"/>
                  </a:lnTo>
                  <a:lnTo>
                    <a:pt x="1053472" y="1212532"/>
                  </a:lnTo>
                  <a:lnTo>
                    <a:pt x="1086393" y="1191105"/>
                  </a:lnTo>
                  <a:lnTo>
                    <a:pt x="1119314" y="1170958"/>
                  </a:lnTo>
                  <a:lnTo>
                    <a:pt x="1152235" y="1151604"/>
                  </a:lnTo>
                  <a:lnTo>
                    <a:pt x="1185156" y="1132555"/>
                  </a:lnTo>
                  <a:lnTo>
                    <a:pt x="1218077" y="1113324"/>
                  </a:lnTo>
                  <a:lnTo>
                    <a:pt x="1250998" y="1093696"/>
                  </a:lnTo>
                  <a:lnTo>
                    <a:pt x="1283919" y="1076858"/>
                  </a:lnTo>
                  <a:lnTo>
                    <a:pt x="1316840" y="1063346"/>
                  </a:lnTo>
                  <a:lnTo>
                    <a:pt x="1349761" y="1052493"/>
                  </a:lnTo>
                  <a:lnTo>
                    <a:pt x="1382682" y="1043634"/>
                  </a:lnTo>
                  <a:lnTo>
                    <a:pt x="1415603" y="1036104"/>
                  </a:lnTo>
                  <a:lnTo>
                    <a:pt x="1448524" y="1029238"/>
                  </a:lnTo>
                  <a:lnTo>
                    <a:pt x="1481445" y="1022368"/>
                  </a:lnTo>
                  <a:lnTo>
                    <a:pt x="1514366" y="1014831"/>
                  </a:lnTo>
                  <a:lnTo>
                    <a:pt x="1547287" y="1005960"/>
                  </a:lnTo>
                  <a:lnTo>
                    <a:pt x="1580208" y="995090"/>
                  </a:lnTo>
                  <a:lnTo>
                    <a:pt x="1613129" y="981556"/>
                  </a:lnTo>
                  <a:lnTo>
                    <a:pt x="1646050" y="964691"/>
                  </a:lnTo>
                  <a:lnTo>
                    <a:pt x="1678971" y="943833"/>
                  </a:lnTo>
                  <a:lnTo>
                    <a:pt x="1711892" y="920967"/>
                  </a:lnTo>
                  <a:lnTo>
                    <a:pt x="1744813" y="898145"/>
                  </a:lnTo>
                  <a:lnTo>
                    <a:pt x="1777734" y="875205"/>
                  </a:lnTo>
                  <a:lnTo>
                    <a:pt x="1810655" y="851987"/>
                  </a:lnTo>
                  <a:lnTo>
                    <a:pt x="1843576" y="828328"/>
                  </a:lnTo>
                  <a:lnTo>
                    <a:pt x="1876497" y="804067"/>
                  </a:lnTo>
                  <a:lnTo>
                    <a:pt x="1909418" y="779044"/>
                  </a:lnTo>
                  <a:lnTo>
                    <a:pt x="1942339" y="753097"/>
                  </a:lnTo>
                  <a:lnTo>
                    <a:pt x="1975260" y="726065"/>
                  </a:lnTo>
                  <a:lnTo>
                    <a:pt x="2008181" y="697786"/>
                  </a:lnTo>
                  <a:lnTo>
                    <a:pt x="2041102" y="668099"/>
                  </a:lnTo>
                  <a:lnTo>
                    <a:pt x="2074023" y="636843"/>
                  </a:lnTo>
                  <a:lnTo>
                    <a:pt x="2106944" y="603965"/>
                  </a:lnTo>
                  <a:lnTo>
                    <a:pt x="2139865" y="570144"/>
                  </a:lnTo>
                  <a:lnTo>
                    <a:pt x="2172786" y="535507"/>
                  </a:lnTo>
                  <a:lnTo>
                    <a:pt x="2205707" y="500031"/>
                  </a:lnTo>
                  <a:lnTo>
                    <a:pt x="2238628" y="463691"/>
                  </a:lnTo>
                  <a:lnTo>
                    <a:pt x="2271549" y="426462"/>
                  </a:lnTo>
                  <a:lnTo>
                    <a:pt x="2304470" y="388321"/>
                  </a:lnTo>
                  <a:lnTo>
                    <a:pt x="2337391" y="349243"/>
                  </a:lnTo>
                  <a:lnTo>
                    <a:pt x="2370312" y="309205"/>
                  </a:lnTo>
                  <a:lnTo>
                    <a:pt x="2403233" y="268181"/>
                  </a:lnTo>
                  <a:lnTo>
                    <a:pt x="2436154" y="226149"/>
                  </a:lnTo>
                  <a:lnTo>
                    <a:pt x="2469075" y="183083"/>
                  </a:lnTo>
                  <a:lnTo>
                    <a:pt x="2501996" y="138959"/>
                  </a:lnTo>
                  <a:lnTo>
                    <a:pt x="2534917" y="93753"/>
                  </a:lnTo>
                  <a:lnTo>
                    <a:pt x="2567838" y="47442"/>
                  </a:lnTo>
                  <a:lnTo>
                    <a:pt x="2600759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697444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(external)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2025-10-13T13:02:50Z</dcterms:modified>
  <cp:category/>
</cp:coreProperties>
</file>