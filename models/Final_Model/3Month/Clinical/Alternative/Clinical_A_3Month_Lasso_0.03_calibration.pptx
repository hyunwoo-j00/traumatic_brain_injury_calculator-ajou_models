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(N=2310, events=963)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81974" y="534201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31376" y="533631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53547" y="50992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92913" y="48881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14656" y="45967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66227" y="39145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842129" y="363274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68372" y="30840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33457" y="25056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98131" y="217935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13984" y="2183583"/>
              <a:ext cx="2816157" cy="3233599"/>
            </a:xfrm>
            <a:custGeom>
              <a:avLst/>
              <a:pathLst>
                <a:path w="2816157" h="3233599">
                  <a:moveTo>
                    <a:pt x="0" y="3233599"/>
                  </a:moveTo>
                  <a:lnTo>
                    <a:pt x="35647" y="3203729"/>
                  </a:lnTo>
                  <a:lnTo>
                    <a:pt x="71295" y="3172039"/>
                  </a:lnTo>
                  <a:lnTo>
                    <a:pt x="106942" y="3138530"/>
                  </a:lnTo>
                  <a:lnTo>
                    <a:pt x="142590" y="3103201"/>
                  </a:lnTo>
                  <a:lnTo>
                    <a:pt x="178237" y="3066055"/>
                  </a:lnTo>
                  <a:lnTo>
                    <a:pt x="213885" y="3027102"/>
                  </a:lnTo>
                  <a:lnTo>
                    <a:pt x="249532" y="2986354"/>
                  </a:lnTo>
                  <a:lnTo>
                    <a:pt x="285180" y="2943799"/>
                  </a:lnTo>
                  <a:lnTo>
                    <a:pt x="320828" y="2899260"/>
                  </a:lnTo>
                  <a:lnTo>
                    <a:pt x="356475" y="2852836"/>
                  </a:lnTo>
                  <a:lnTo>
                    <a:pt x="392123" y="2804693"/>
                  </a:lnTo>
                  <a:lnTo>
                    <a:pt x="427770" y="2754753"/>
                  </a:lnTo>
                  <a:lnTo>
                    <a:pt x="463418" y="2701716"/>
                  </a:lnTo>
                  <a:lnTo>
                    <a:pt x="499065" y="2645931"/>
                  </a:lnTo>
                  <a:lnTo>
                    <a:pt x="534713" y="2588080"/>
                  </a:lnTo>
                  <a:lnTo>
                    <a:pt x="570360" y="2528844"/>
                  </a:lnTo>
                  <a:lnTo>
                    <a:pt x="606008" y="2468904"/>
                  </a:lnTo>
                  <a:lnTo>
                    <a:pt x="641656" y="2408832"/>
                  </a:lnTo>
                  <a:lnTo>
                    <a:pt x="677303" y="2346994"/>
                  </a:lnTo>
                  <a:lnTo>
                    <a:pt x="712951" y="2283379"/>
                  </a:lnTo>
                  <a:lnTo>
                    <a:pt x="748598" y="2218978"/>
                  </a:lnTo>
                  <a:lnTo>
                    <a:pt x="784246" y="2154782"/>
                  </a:lnTo>
                  <a:lnTo>
                    <a:pt x="819893" y="2091782"/>
                  </a:lnTo>
                  <a:lnTo>
                    <a:pt x="855541" y="2030969"/>
                  </a:lnTo>
                  <a:lnTo>
                    <a:pt x="891188" y="1973335"/>
                  </a:lnTo>
                  <a:lnTo>
                    <a:pt x="926836" y="1919870"/>
                  </a:lnTo>
                  <a:lnTo>
                    <a:pt x="962484" y="1871566"/>
                  </a:lnTo>
                  <a:lnTo>
                    <a:pt x="998131" y="1829120"/>
                  </a:lnTo>
                  <a:lnTo>
                    <a:pt x="1033779" y="1790231"/>
                  </a:lnTo>
                  <a:lnTo>
                    <a:pt x="1069426" y="1753874"/>
                  </a:lnTo>
                  <a:lnTo>
                    <a:pt x="1105074" y="1719666"/>
                  </a:lnTo>
                  <a:lnTo>
                    <a:pt x="1140721" y="1687217"/>
                  </a:lnTo>
                  <a:lnTo>
                    <a:pt x="1176369" y="1656143"/>
                  </a:lnTo>
                  <a:lnTo>
                    <a:pt x="1212016" y="1626057"/>
                  </a:lnTo>
                  <a:lnTo>
                    <a:pt x="1247664" y="1596572"/>
                  </a:lnTo>
                  <a:lnTo>
                    <a:pt x="1283312" y="1567301"/>
                  </a:lnTo>
                  <a:lnTo>
                    <a:pt x="1318959" y="1537858"/>
                  </a:lnTo>
                  <a:lnTo>
                    <a:pt x="1354607" y="1507857"/>
                  </a:lnTo>
                  <a:lnTo>
                    <a:pt x="1390254" y="1476911"/>
                  </a:lnTo>
                  <a:lnTo>
                    <a:pt x="1425902" y="1444633"/>
                  </a:lnTo>
                  <a:lnTo>
                    <a:pt x="1461549" y="1410639"/>
                  </a:lnTo>
                  <a:lnTo>
                    <a:pt x="1497197" y="1376154"/>
                  </a:lnTo>
                  <a:lnTo>
                    <a:pt x="1532845" y="1342351"/>
                  </a:lnTo>
                  <a:lnTo>
                    <a:pt x="1568492" y="1309099"/>
                  </a:lnTo>
                  <a:lnTo>
                    <a:pt x="1604140" y="1276265"/>
                  </a:lnTo>
                  <a:lnTo>
                    <a:pt x="1639787" y="1243720"/>
                  </a:lnTo>
                  <a:lnTo>
                    <a:pt x="1675435" y="1211330"/>
                  </a:lnTo>
                  <a:lnTo>
                    <a:pt x="1711082" y="1178964"/>
                  </a:lnTo>
                  <a:lnTo>
                    <a:pt x="1746730" y="1146491"/>
                  </a:lnTo>
                  <a:lnTo>
                    <a:pt x="1782377" y="1113779"/>
                  </a:lnTo>
                  <a:lnTo>
                    <a:pt x="1818025" y="1080698"/>
                  </a:lnTo>
                  <a:lnTo>
                    <a:pt x="1853673" y="1047114"/>
                  </a:lnTo>
                  <a:lnTo>
                    <a:pt x="1889320" y="1012897"/>
                  </a:lnTo>
                  <a:lnTo>
                    <a:pt x="1924968" y="977915"/>
                  </a:lnTo>
                  <a:lnTo>
                    <a:pt x="1960615" y="942036"/>
                  </a:lnTo>
                  <a:lnTo>
                    <a:pt x="1996263" y="905163"/>
                  </a:lnTo>
                  <a:lnTo>
                    <a:pt x="2031910" y="867802"/>
                  </a:lnTo>
                  <a:lnTo>
                    <a:pt x="2067558" y="830179"/>
                  </a:lnTo>
                  <a:lnTo>
                    <a:pt x="2103205" y="792311"/>
                  </a:lnTo>
                  <a:lnTo>
                    <a:pt x="2138853" y="754212"/>
                  </a:lnTo>
                  <a:lnTo>
                    <a:pt x="2174501" y="715897"/>
                  </a:lnTo>
                  <a:lnTo>
                    <a:pt x="2210148" y="677380"/>
                  </a:lnTo>
                  <a:lnTo>
                    <a:pt x="2245796" y="638678"/>
                  </a:lnTo>
                  <a:lnTo>
                    <a:pt x="2281443" y="599806"/>
                  </a:lnTo>
                  <a:lnTo>
                    <a:pt x="2317091" y="560777"/>
                  </a:lnTo>
                  <a:lnTo>
                    <a:pt x="2352738" y="521608"/>
                  </a:lnTo>
                  <a:lnTo>
                    <a:pt x="2388386" y="482313"/>
                  </a:lnTo>
                  <a:lnTo>
                    <a:pt x="2424033" y="442908"/>
                  </a:lnTo>
                  <a:lnTo>
                    <a:pt x="2459681" y="403405"/>
                  </a:lnTo>
                  <a:lnTo>
                    <a:pt x="2495329" y="363753"/>
                  </a:lnTo>
                  <a:lnTo>
                    <a:pt x="2530976" y="323933"/>
                  </a:lnTo>
                  <a:lnTo>
                    <a:pt x="2566624" y="283949"/>
                  </a:lnTo>
                  <a:lnTo>
                    <a:pt x="2602271" y="243807"/>
                  </a:lnTo>
                  <a:lnTo>
                    <a:pt x="2637919" y="203515"/>
                  </a:lnTo>
                  <a:lnTo>
                    <a:pt x="2673566" y="163078"/>
                  </a:lnTo>
                  <a:lnTo>
                    <a:pt x="2709214" y="122502"/>
                  </a:lnTo>
                  <a:lnTo>
                    <a:pt x="2744862" y="81793"/>
                  </a:lnTo>
                  <a:lnTo>
                    <a:pt x="2780509" y="40956"/>
                  </a:lnTo>
                  <a:lnTo>
                    <a:pt x="281615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2025-10-13T13:00:34Z</dcterms:modified>
  <cp:category/>
</cp:coreProperties>
</file>