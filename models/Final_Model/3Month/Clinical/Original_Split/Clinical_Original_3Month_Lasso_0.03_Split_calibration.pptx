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(N=1849, events=771)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493367" y="53392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628788" y="515276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720084" y="51420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817773" y="490938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57761" y="46726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73630" y="416463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82084" y="34866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02360" y="31347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80863" y="235699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33405" y="22088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525377" y="2190618"/>
              <a:ext cx="2740038" cy="3187054"/>
            </a:xfrm>
            <a:custGeom>
              <a:avLst/>
              <a:pathLst>
                <a:path w="2740038" h="3187054">
                  <a:moveTo>
                    <a:pt x="0" y="3187054"/>
                  </a:moveTo>
                  <a:lnTo>
                    <a:pt x="34684" y="3147645"/>
                  </a:lnTo>
                  <a:lnTo>
                    <a:pt x="69368" y="3106896"/>
                  </a:lnTo>
                  <a:lnTo>
                    <a:pt x="104052" y="3064772"/>
                  </a:lnTo>
                  <a:lnTo>
                    <a:pt x="138736" y="3021235"/>
                  </a:lnTo>
                  <a:lnTo>
                    <a:pt x="173420" y="2976193"/>
                  </a:lnTo>
                  <a:lnTo>
                    <a:pt x="208104" y="2929793"/>
                  </a:lnTo>
                  <a:lnTo>
                    <a:pt x="242788" y="2882238"/>
                  </a:lnTo>
                  <a:lnTo>
                    <a:pt x="277472" y="2833298"/>
                  </a:lnTo>
                  <a:lnTo>
                    <a:pt x="312156" y="2783126"/>
                  </a:lnTo>
                  <a:lnTo>
                    <a:pt x="346840" y="2731691"/>
                  </a:lnTo>
                  <a:lnTo>
                    <a:pt x="381524" y="2678412"/>
                  </a:lnTo>
                  <a:lnTo>
                    <a:pt x="416208" y="2623745"/>
                  </a:lnTo>
                  <a:lnTo>
                    <a:pt x="450892" y="2568234"/>
                  </a:lnTo>
                  <a:lnTo>
                    <a:pt x="485576" y="2511991"/>
                  </a:lnTo>
                  <a:lnTo>
                    <a:pt x="520260" y="2453825"/>
                  </a:lnTo>
                  <a:lnTo>
                    <a:pt x="554944" y="2394052"/>
                  </a:lnTo>
                  <a:lnTo>
                    <a:pt x="589628" y="2333162"/>
                  </a:lnTo>
                  <a:lnTo>
                    <a:pt x="624312" y="2271646"/>
                  </a:lnTo>
                  <a:lnTo>
                    <a:pt x="658996" y="2209994"/>
                  </a:lnTo>
                  <a:lnTo>
                    <a:pt x="693680" y="2148696"/>
                  </a:lnTo>
                  <a:lnTo>
                    <a:pt x="728364" y="2088243"/>
                  </a:lnTo>
                  <a:lnTo>
                    <a:pt x="763048" y="2029125"/>
                  </a:lnTo>
                  <a:lnTo>
                    <a:pt x="797732" y="1971418"/>
                  </a:lnTo>
                  <a:lnTo>
                    <a:pt x="832416" y="1913167"/>
                  </a:lnTo>
                  <a:lnTo>
                    <a:pt x="867100" y="1854443"/>
                  </a:lnTo>
                  <a:lnTo>
                    <a:pt x="901784" y="1795722"/>
                  </a:lnTo>
                  <a:lnTo>
                    <a:pt x="936468" y="1737478"/>
                  </a:lnTo>
                  <a:lnTo>
                    <a:pt x="971152" y="1680185"/>
                  </a:lnTo>
                  <a:lnTo>
                    <a:pt x="1005836" y="1624318"/>
                  </a:lnTo>
                  <a:lnTo>
                    <a:pt x="1040520" y="1570350"/>
                  </a:lnTo>
                  <a:lnTo>
                    <a:pt x="1075204" y="1518756"/>
                  </a:lnTo>
                  <a:lnTo>
                    <a:pt x="1109888" y="1470010"/>
                  </a:lnTo>
                  <a:lnTo>
                    <a:pt x="1144572" y="1424586"/>
                  </a:lnTo>
                  <a:lnTo>
                    <a:pt x="1179256" y="1382959"/>
                  </a:lnTo>
                  <a:lnTo>
                    <a:pt x="1213940" y="1345059"/>
                  </a:lnTo>
                  <a:lnTo>
                    <a:pt x="1248625" y="1309560"/>
                  </a:lnTo>
                  <a:lnTo>
                    <a:pt x="1283309" y="1276145"/>
                  </a:lnTo>
                  <a:lnTo>
                    <a:pt x="1317993" y="1244562"/>
                  </a:lnTo>
                  <a:lnTo>
                    <a:pt x="1352677" y="1214561"/>
                  </a:lnTo>
                  <a:lnTo>
                    <a:pt x="1387361" y="1185889"/>
                  </a:lnTo>
                  <a:lnTo>
                    <a:pt x="1422045" y="1158296"/>
                  </a:lnTo>
                  <a:lnTo>
                    <a:pt x="1456729" y="1131531"/>
                  </a:lnTo>
                  <a:lnTo>
                    <a:pt x="1491413" y="1105342"/>
                  </a:lnTo>
                  <a:lnTo>
                    <a:pt x="1526097" y="1079479"/>
                  </a:lnTo>
                  <a:lnTo>
                    <a:pt x="1560781" y="1053690"/>
                  </a:lnTo>
                  <a:lnTo>
                    <a:pt x="1595465" y="1027724"/>
                  </a:lnTo>
                  <a:lnTo>
                    <a:pt x="1630149" y="1001330"/>
                  </a:lnTo>
                  <a:lnTo>
                    <a:pt x="1664833" y="974257"/>
                  </a:lnTo>
                  <a:lnTo>
                    <a:pt x="1699517" y="946253"/>
                  </a:lnTo>
                  <a:lnTo>
                    <a:pt x="1734201" y="917068"/>
                  </a:lnTo>
                  <a:lnTo>
                    <a:pt x="1768885" y="886451"/>
                  </a:lnTo>
                  <a:lnTo>
                    <a:pt x="1803569" y="854150"/>
                  </a:lnTo>
                  <a:lnTo>
                    <a:pt x="1838253" y="820736"/>
                  </a:lnTo>
                  <a:lnTo>
                    <a:pt x="1872937" y="787552"/>
                  </a:lnTo>
                  <a:lnTo>
                    <a:pt x="1907621" y="754608"/>
                  </a:lnTo>
                  <a:lnTo>
                    <a:pt x="1942305" y="721886"/>
                  </a:lnTo>
                  <a:lnTo>
                    <a:pt x="1976989" y="689370"/>
                  </a:lnTo>
                  <a:lnTo>
                    <a:pt x="2011673" y="657043"/>
                  </a:lnTo>
                  <a:lnTo>
                    <a:pt x="2046357" y="624887"/>
                  </a:lnTo>
                  <a:lnTo>
                    <a:pt x="2081041" y="592885"/>
                  </a:lnTo>
                  <a:lnTo>
                    <a:pt x="2115725" y="561022"/>
                  </a:lnTo>
                  <a:lnTo>
                    <a:pt x="2150409" y="529278"/>
                  </a:lnTo>
                  <a:lnTo>
                    <a:pt x="2185093" y="497638"/>
                  </a:lnTo>
                  <a:lnTo>
                    <a:pt x="2219777" y="466084"/>
                  </a:lnTo>
                  <a:lnTo>
                    <a:pt x="2254461" y="434599"/>
                  </a:lnTo>
                  <a:lnTo>
                    <a:pt x="2289145" y="403166"/>
                  </a:lnTo>
                  <a:lnTo>
                    <a:pt x="2323829" y="371768"/>
                  </a:lnTo>
                  <a:lnTo>
                    <a:pt x="2358513" y="340388"/>
                  </a:lnTo>
                  <a:lnTo>
                    <a:pt x="2393197" y="309010"/>
                  </a:lnTo>
                  <a:lnTo>
                    <a:pt x="2427881" y="277672"/>
                  </a:lnTo>
                  <a:lnTo>
                    <a:pt x="2462566" y="246408"/>
                  </a:lnTo>
                  <a:lnTo>
                    <a:pt x="2497250" y="215225"/>
                  </a:lnTo>
                  <a:lnTo>
                    <a:pt x="2531934" y="184134"/>
                  </a:lnTo>
                  <a:lnTo>
                    <a:pt x="2566618" y="153143"/>
                  </a:lnTo>
                  <a:lnTo>
                    <a:pt x="2601302" y="122260"/>
                  </a:lnTo>
                  <a:lnTo>
                    <a:pt x="2635986" y="91496"/>
                  </a:lnTo>
                  <a:lnTo>
                    <a:pt x="2670670" y="60858"/>
                  </a:lnTo>
                  <a:lnTo>
                    <a:pt x="2705354" y="30357"/>
                  </a:lnTo>
                  <a:lnTo>
                    <a:pt x="274003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(N=461, events=192)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499051" y="521249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648198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745059" y="533084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847106" y="512970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82586" y="43186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52431" y="39970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54572" y="369916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234957" y="30288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70552" y="22841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41561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531061" y="2060827"/>
              <a:ext cx="2742510" cy="3364838"/>
            </a:xfrm>
            <a:custGeom>
              <a:avLst/>
              <a:pathLst>
                <a:path w="2742510" h="3364838">
                  <a:moveTo>
                    <a:pt x="0" y="3364838"/>
                  </a:moveTo>
                  <a:lnTo>
                    <a:pt x="34715" y="3348030"/>
                  </a:lnTo>
                  <a:lnTo>
                    <a:pt x="69430" y="3326129"/>
                  </a:lnTo>
                  <a:lnTo>
                    <a:pt x="104145" y="3298903"/>
                  </a:lnTo>
                  <a:lnTo>
                    <a:pt x="138861" y="3266119"/>
                  </a:lnTo>
                  <a:lnTo>
                    <a:pt x="173576" y="3227110"/>
                  </a:lnTo>
                  <a:lnTo>
                    <a:pt x="208291" y="3181851"/>
                  </a:lnTo>
                  <a:lnTo>
                    <a:pt x="243007" y="3132987"/>
                  </a:lnTo>
                  <a:lnTo>
                    <a:pt x="277722" y="3079373"/>
                  </a:lnTo>
                  <a:lnTo>
                    <a:pt x="312437" y="3019408"/>
                  </a:lnTo>
                  <a:lnTo>
                    <a:pt x="347153" y="2957552"/>
                  </a:lnTo>
                  <a:lnTo>
                    <a:pt x="381868" y="2884806"/>
                  </a:lnTo>
                  <a:lnTo>
                    <a:pt x="416583" y="2796214"/>
                  </a:lnTo>
                  <a:lnTo>
                    <a:pt x="451299" y="2704726"/>
                  </a:lnTo>
                  <a:lnTo>
                    <a:pt x="486014" y="2623228"/>
                  </a:lnTo>
                  <a:lnTo>
                    <a:pt x="520729" y="2546546"/>
                  </a:lnTo>
                  <a:lnTo>
                    <a:pt x="555445" y="2465860"/>
                  </a:lnTo>
                  <a:lnTo>
                    <a:pt x="590160" y="2382911"/>
                  </a:lnTo>
                  <a:lnTo>
                    <a:pt x="624875" y="2299443"/>
                  </a:lnTo>
                  <a:lnTo>
                    <a:pt x="659591" y="2217196"/>
                  </a:lnTo>
                  <a:lnTo>
                    <a:pt x="694306" y="2137911"/>
                  </a:lnTo>
                  <a:lnTo>
                    <a:pt x="729021" y="2063332"/>
                  </a:lnTo>
                  <a:lnTo>
                    <a:pt x="763737" y="1995199"/>
                  </a:lnTo>
                  <a:lnTo>
                    <a:pt x="798452" y="1935254"/>
                  </a:lnTo>
                  <a:lnTo>
                    <a:pt x="833167" y="1885240"/>
                  </a:lnTo>
                  <a:lnTo>
                    <a:pt x="867883" y="1846402"/>
                  </a:lnTo>
                  <a:lnTo>
                    <a:pt x="902598" y="1815092"/>
                  </a:lnTo>
                  <a:lnTo>
                    <a:pt x="937313" y="1788754"/>
                  </a:lnTo>
                  <a:lnTo>
                    <a:pt x="972029" y="1765590"/>
                  </a:lnTo>
                  <a:lnTo>
                    <a:pt x="1006744" y="1743805"/>
                  </a:lnTo>
                  <a:lnTo>
                    <a:pt x="1041459" y="1721601"/>
                  </a:lnTo>
                  <a:lnTo>
                    <a:pt x="1076175" y="1697184"/>
                  </a:lnTo>
                  <a:lnTo>
                    <a:pt x="1110890" y="1668756"/>
                  </a:lnTo>
                  <a:lnTo>
                    <a:pt x="1145605" y="1634520"/>
                  </a:lnTo>
                  <a:lnTo>
                    <a:pt x="1180320" y="1594987"/>
                  </a:lnTo>
                  <a:lnTo>
                    <a:pt x="1215036" y="1555576"/>
                  </a:lnTo>
                  <a:lnTo>
                    <a:pt x="1249751" y="1516587"/>
                  </a:lnTo>
                  <a:lnTo>
                    <a:pt x="1284466" y="1477972"/>
                  </a:lnTo>
                  <a:lnTo>
                    <a:pt x="1319182" y="1439684"/>
                  </a:lnTo>
                  <a:lnTo>
                    <a:pt x="1353897" y="1401676"/>
                  </a:lnTo>
                  <a:lnTo>
                    <a:pt x="1388612" y="1363900"/>
                  </a:lnTo>
                  <a:lnTo>
                    <a:pt x="1423328" y="1326311"/>
                  </a:lnTo>
                  <a:lnTo>
                    <a:pt x="1458043" y="1288860"/>
                  </a:lnTo>
                  <a:lnTo>
                    <a:pt x="1492758" y="1251501"/>
                  </a:lnTo>
                  <a:lnTo>
                    <a:pt x="1527474" y="1214187"/>
                  </a:lnTo>
                  <a:lnTo>
                    <a:pt x="1562189" y="1176871"/>
                  </a:lnTo>
                  <a:lnTo>
                    <a:pt x="1596904" y="1139505"/>
                  </a:lnTo>
                  <a:lnTo>
                    <a:pt x="1631620" y="1102042"/>
                  </a:lnTo>
                  <a:lnTo>
                    <a:pt x="1666335" y="1064436"/>
                  </a:lnTo>
                  <a:lnTo>
                    <a:pt x="1701050" y="1026640"/>
                  </a:lnTo>
                  <a:lnTo>
                    <a:pt x="1735766" y="988606"/>
                  </a:lnTo>
                  <a:lnTo>
                    <a:pt x="1770481" y="950393"/>
                  </a:lnTo>
                  <a:lnTo>
                    <a:pt x="1805196" y="912127"/>
                  </a:lnTo>
                  <a:lnTo>
                    <a:pt x="1839912" y="873852"/>
                  </a:lnTo>
                  <a:lnTo>
                    <a:pt x="1874627" y="835618"/>
                  </a:lnTo>
                  <a:lnTo>
                    <a:pt x="1909342" y="797472"/>
                  </a:lnTo>
                  <a:lnTo>
                    <a:pt x="1944058" y="759459"/>
                  </a:lnTo>
                  <a:lnTo>
                    <a:pt x="1978773" y="721629"/>
                  </a:lnTo>
                  <a:lnTo>
                    <a:pt x="2013488" y="684028"/>
                  </a:lnTo>
                  <a:lnTo>
                    <a:pt x="2048204" y="646703"/>
                  </a:lnTo>
                  <a:lnTo>
                    <a:pt x="2082919" y="609702"/>
                  </a:lnTo>
                  <a:lnTo>
                    <a:pt x="2117634" y="573072"/>
                  </a:lnTo>
                  <a:lnTo>
                    <a:pt x="2152350" y="536860"/>
                  </a:lnTo>
                  <a:lnTo>
                    <a:pt x="2187065" y="501114"/>
                  </a:lnTo>
                  <a:lnTo>
                    <a:pt x="2221780" y="465881"/>
                  </a:lnTo>
                  <a:lnTo>
                    <a:pt x="2256495" y="431208"/>
                  </a:lnTo>
                  <a:lnTo>
                    <a:pt x="2291211" y="397142"/>
                  </a:lnTo>
                  <a:lnTo>
                    <a:pt x="2325926" y="363731"/>
                  </a:lnTo>
                  <a:lnTo>
                    <a:pt x="2360641" y="331022"/>
                  </a:lnTo>
                  <a:lnTo>
                    <a:pt x="2395357" y="298963"/>
                  </a:lnTo>
                  <a:lnTo>
                    <a:pt x="2430072" y="267280"/>
                  </a:lnTo>
                  <a:lnTo>
                    <a:pt x="2464787" y="235966"/>
                  </a:lnTo>
                  <a:lnTo>
                    <a:pt x="2499503" y="205030"/>
                  </a:lnTo>
                  <a:lnTo>
                    <a:pt x="2534218" y="174484"/>
                  </a:lnTo>
                  <a:lnTo>
                    <a:pt x="2568933" y="144338"/>
                  </a:lnTo>
                  <a:lnTo>
                    <a:pt x="2603649" y="114604"/>
                  </a:lnTo>
                  <a:lnTo>
                    <a:pt x="2638364" y="85292"/>
                  </a:lnTo>
                  <a:lnTo>
                    <a:pt x="2673079" y="56414"/>
                  </a:lnTo>
                  <a:lnTo>
                    <a:pt x="2707795" y="27979"/>
                  </a:lnTo>
                  <a:lnTo>
                    <a:pt x="2742510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2025-10-13T13:00:08Z</dcterms:modified>
  <cp:category/>
</cp:coreProperties>
</file>