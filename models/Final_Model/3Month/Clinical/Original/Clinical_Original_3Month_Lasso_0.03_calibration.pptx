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(N=2310, events=963)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462043" y="526411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607320" y="525361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712386" y="514553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820797" y="49335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55678" y="469713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90393" y="412215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90847" y="354376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295862" y="306918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06921" y="235732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47311" y="217935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494053" y="2177257"/>
              <a:ext cx="2785267" cy="3162026"/>
            </a:xfrm>
            <a:custGeom>
              <a:avLst/>
              <a:pathLst>
                <a:path w="2785267" h="3162026">
                  <a:moveTo>
                    <a:pt x="0" y="3162026"/>
                  </a:moveTo>
                  <a:lnTo>
                    <a:pt x="35256" y="3140595"/>
                  </a:lnTo>
                  <a:lnTo>
                    <a:pt x="70513" y="3116322"/>
                  </a:lnTo>
                  <a:lnTo>
                    <a:pt x="105769" y="3089166"/>
                  </a:lnTo>
                  <a:lnTo>
                    <a:pt x="141026" y="3059087"/>
                  </a:lnTo>
                  <a:lnTo>
                    <a:pt x="176282" y="3025974"/>
                  </a:lnTo>
                  <a:lnTo>
                    <a:pt x="211539" y="2989905"/>
                  </a:lnTo>
                  <a:lnTo>
                    <a:pt x="246795" y="2951227"/>
                  </a:lnTo>
                  <a:lnTo>
                    <a:pt x="282052" y="2909733"/>
                  </a:lnTo>
                  <a:lnTo>
                    <a:pt x="317308" y="2865160"/>
                  </a:lnTo>
                  <a:lnTo>
                    <a:pt x="352565" y="2818175"/>
                  </a:lnTo>
                  <a:lnTo>
                    <a:pt x="387822" y="2767819"/>
                  </a:lnTo>
                  <a:lnTo>
                    <a:pt x="423078" y="2712572"/>
                  </a:lnTo>
                  <a:lnTo>
                    <a:pt x="458335" y="2654660"/>
                  </a:lnTo>
                  <a:lnTo>
                    <a:pt x="493591" y="2596392"/>
                  </a:lnTo>
                  <a:lnTo>
                    <a:pt x="528848" y="2536595"/>
                  </a:lnTo>
                  <a:lnTo>
                    <a:pt x="564104" y="2473216"/>
                  </a:lnTo>
                  <a:lnTo>
                    <a:pt x="599361" y="2407266"/>
                  </a:lnTo>
                  <a:lnTo>
                    <a:pt x="634617" y="2339756"/>
                  </a:lnTo>
                  <a:lnTo>
                    <a:pt x="669874" y="2271696"/>
                  </a:lnTo>
                  <a:lnTo>
                    <a:pt x="705131" y="2204098"/>
                  </a:lnTo>
                  <a:lnTo>
                    <a:pt x="740387" y="2137971"/>
                  </a:lnTo>
                  <a:lnTo>
                    <a:pt x="775644" y="2074328"/>
                  </a:lnTo>
                  <a:lnTo>
                    <a:pt x="810900" y="2014179"/>
                  </a:lnTo>
                  <a:lnTo>
                    <a:pt x="846157" y="1957888"/>
                  </a:lnTo>
                  <a:lnTo>
                    <a:pt x="881413" y="1902370"/>
                  </a:lnTo>
                  <a:lnTo>
                    <a:pt x="916670" y="1847261"/>
                  </a:lnTo>
                  <a:lnTo>
                    <a:pt x="951926" y="1792785"/>
                  </a:lnTo>
                  <a:lnTo>
                    <a:pt x="987183" y="1739166"/>
                  </a:lnTo>
                  <a:lnTo>
                    <a:pt x="1022440" y="1686628"/>
                  </a:lnTo>
                  <a:lnTo>
                    <a:pt x="1057696" y="1635396"/>
                  </a:lnTo>
                  <a:lnTo>
                    <a:pt x="1092953" y="1585693"/>
                  </a:lnTo>
                  <a:lnTo>
                    <a:pt x="1128209" y="1537744"/>
                  </a:lnTo>
                  <a:lnTo>
                    <a:pt x="1163466" y="1491773"/>
                  </a:lnTo>
                  <a:lnTo>
                    <a:pt x="1198722" y="1448004"/>
                  </a:lnTo>
                  <a:lnTo>
                    <a:pt x="1233979" y="1406654"/>
                  </a:lnTo>
                  <a:lnTo>
                    <a:pt x="1269235" y="1367467"/>
                  </a:lnTo>
                  <a:lnTo>
                    <a:pt x="1304492" y="1330071"/>
                  </a:lnTo>
                  <a:lnTo>
                    <a:pt x="1339749" y="1294269"/>
                  </a:lnTo>
                  <a:lnTo>
                    <a:pt x="1375005" y="1259867"/>
                  </a:lnTo>
                  <a:lnTo>
                    <a:pt x="1410262" y="1226668"/>
                  </a:lnTo>
                  <a:lnTo>
                    <a:pt x="1445518" y="1194475"/>
                  </a:lnTo>
                  <a:lnTo>
                    <a:pt x="1480775" y="1163094"/>
                  </a:lnTo>
                  <a:lnTo>
                    <a:pt x="1516031" y="1132327"/>
                  </a:lnTo>
                  <a:lnTo>
                    <a:pt x="1551288" y="1101979"/>
                  </a:lnTo>
                  <a:lnTo>
                    <a:pt x="1586544" y="1071853"/>
                  </a:lnTo>
                  <a:lnTo>
                    <a:pt x="1621801" y="1041755"/>
                  </a:lnTo>
                  <a:lnTo>
                    <a:pt x="1657058" y="1011487"/>
                  </a:lnTo>
                  <a:lnTo>
                    <a:pt x="1692314" y="980853"/>
                  </a:lnTo>
                  <a:lnTo>
                    <a:pt x="1727571" y="949658"/>
                  </a:lnTo>
                  <a:lnTo>
                    <a:pt x="1762827" y="917706"/>
                  </a:lnTo>
                  <a:lnTo>
                    <a:pt x="1798084" y="884800"/>
                  </a:lnTo>
                  <a:lnTo>
                    <a:pt x="1833340" y="850745"/>
                  </a:lnTo>
                  <a:lnTo>
                    <a:pt x="1868597" y="816163"/>
                  </a:lnTo>
                  <a:lnTo>
                    <a:pt x="1903853" y="781849"/>
                  </a:lnTo>
                  <a:lnTo>
                    <a:pt x="1939110" y="747798"/>
                  </a:lnTo>
                  <a:lnTo>
                    <a:pt x="1974367" y="714007"/>
                  </a:lnTo>
                  <a:lnTo>
                    <a:pt x="2009623" y="680470"/>
                  </a:lnTo>
                  <a:lnTo>
                    <a:pt x="2044880" y="647183"/>
                  </a:lnTo>
                  <a:lnTo>
                    <a:pt x="2080136" y="614143"/>
                  </a:lnTo>
                  <a:lnTo>
                    <a:pt x="2115393" y="581344"/>
                  </a:lnTo>
                  <a:lnTo>
                    <a:pt x="2150649" y="548782"/>
                  </a:lnTo>
                  <a:lnTo>
                    <a:pt x="2185906" y="516453"/>
                  </a:lnTo>
                  <a:lnTo>
                    <a:pt x="2221162" y="484352"/>
                  </a:lnTo>
                  <a:lnTo>
                    <a:pt x="2256419" y="452476"/>
                  </a:lnTo>
                  <a:lnTo>
                    <a:pt x="2291676" y="420819"/>
                  </a:lnTo>
                  <a:lnTo>
                    <a:pt x="2326932" y="389378"/>
                  </a:lnTo>
                  <a:lnTo>
                    <a:pt x="2362189" y="358147"/>
                  </a:lnTo>
                  <a:lnTo>
                    <a:pt x="2397445" y="327123"/>
                  </a:lnTo>
                  <a:lnTo>
                    <a:pt x="2432702" y="296301"/>
                  </a:lnTo>
                  <a:lnTo>
                    <a:pt x="2467958" y="265678"/>
                  </a:lnTo>
                  <a:lnTo>
                    <a:pt x="2503215" y="235257"/>
                  </a:lnTo>
                  <a:lnTo>
                    <a:pt x="2538471" y="205046"/>
                  </a:lnTo>
                  <a:lnTo>
                    <a:pt x="2573728" y="175050"/>
                  </a:lnTo>
                  <a:lnTo>
                    <a:pt x="2608985" y="145277"/>
                  </a:lnTo>
                  <a:lnTo>
                    <a:pt x="2644241" y="115734"/>
                  </a:lnTo>
                  <a:lnTo>
                    <a:pt x="2679498" y="86428"/>
                  </a:lnTo>
                  <a:lnTo>
                    <a:pt x="2714754" y="57365"/>
                  </a:lnTo>
                  <a:lnTo>
                    <a:pt x="2750011" y="28554"/>
                  </a:lnTo>
                  <a:lnTo>
                    <a:pt x="2785267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2025-10-13T12:59:35Z</dcterms:modified>
  <cp:category/>
</cp:coreProperties>
</file>