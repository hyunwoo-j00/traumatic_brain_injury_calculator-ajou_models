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 (external)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294239" y="522962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449970" y="494564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595593" y="513519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788418" y="458502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4135070" y="425677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409833" y="329050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757854" y="368348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120773" y="364187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520144" y="293913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041142" y="232423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26249" y="2321968"/>
              <a:ext cx="2746903" cy="2890467"/>
            </a:xfrm>
            <a:custGeom>
              <a:avLst/>
              <a:pathLst>
                <a:path w="2746903" h="2890467">
                  <a:moveTo>
                    <a:pt x="0" y="2890467"/>
                  </a:moveTo>
                  <a:lnTo>
                    <a:pt x="34770" y="2874320"/>
                  </a:lnTo>
                  <a:lnTo>
                    <a:pt x="69541" y="2855747"/>
                  </a:lnTo>
                  <a:lnTo>
                    <a:pt x="104312" y="2834863"/>
                  </a:lnTo>
                  <a:lnTo>
                    <a:pt x="139083" y="2811787"/>
                  </a:lnTo>
                  <a:lnTo>
                    <a:pt x="173854" y="2786669"/>
                  </a:lnTo>
                  <a:lnTo>
                    <a:pt x="208625" y="2759642"/>
                  </a:lnTo>
                  <a:lnTo>
                    <a:pt x="243396" y="2730438"/>
                  </a:lnTo>
                  <a:lnTo>
                    <a:pt x="278167" y="2698739"/>
                  </a:lnTo>
                  <a:lnTo>
                    <a:pt x="312938" y="2664383"/>
                  </a:lnTo>
                  <a:lnTo>
                    <a:pt x="347709" y="2628874"/>
                  </a:lnTo>
                  <a:lnTo>
                    <a:pt x="382480" y="2592024"/>
                  </a:lnTo>
                  <a:lnTo>
                    <a:pt x="417251" y="2553003"/>
                  </a:lnTo>
                  <a:lnTo>
                    <a:pt x="452022" y="2510977"/>
                  </a:lnTo>
                  <a:lnTo>
                    <a:pt x="486792" y="2465114"/>
                  </a:lnTo>
                  <a:lnTo>
                    <a:pt x="521563" y="2412192"/>
                  </a:lnTo>
                  <a:lnTo>
                    <a:pt x="556334" y="2348049"/>
                  </a:lnTo>
                  <a:lnTo>
                    <a:pt x="591105" y="2275053"/>
                  </a:lnTo>
                  <a:lnTo>
                    <a:pt x="625876" y="2195767"/>
                  </a:lnTo>
                  <a:lnTo>
                    <a:pt x="660647" y="2112758"/>
                  </a:lnTo>
                  <a:lnTo>
                    <a:pt x="695418" y="2028590"/>
                  </a:lnTo>
                  <a:lnTo>
                    <a:pt x="730189" y="1945831"/>
                  </a:lnTo>
                  <a:lnTo>
                    <a:pt x="764960" y="1867044"/>
                  </a:lnTo>
                  <a:lnTo>
                    <a:pt x="799731" y="1794795"/>
                  </a:lnTo>
                  <a:lnTo>
                    <a:pt x="834502" y="1731651"/>
                  </a:lnTo>
                  <a:lnTo>
                    <a:pt x="869273" y="1675479"/>
                  </a:lnTo>
                  <a:lnTo>
                    <a:pt x="904044" y="1619000"/>
                  </a:lnTo>
                  <a:lnTo>
                    <a:pt x="938814" y="1563213"/>
                  </a:lnTo>
                  <a:lnTo>
                    <a:pt x="973585" y="1509343"/>
                  </a:lnTo>
                  <a:lnTo>
                    <a:pt x="1008356" y="1458616"/>
                  </a:lnTo>
                  <a:lnTo>
                    <a:pt x="1043127" y="1412256"/>
                  </a:lnTo>
                  <a:lnTo>
                    <a:pt x="1077898" y="1371490"/>
                  </a:lnTo>
                  <a:lnTo>
                    <a:pt x="1112669" y="1337542"/>
                  </a:lnTo>
                  <a:lnTo>
                    <a:pt x="1147440" y="1312578"/>
                  </a:lnTo>
                  <a:lnTo>
                    <a:pt x="1182211" y="1297113"/>
                  </a:lnTo>
                  <a:lnTo>
                    <a:pt x="1216982" y="1289112"/>
                  </a:lnTo>
                  <a:lnTo>
                    <a:pt x="1251753" y="1286527"/>
                  </a:lnTo>
                  <a:lnTo>
                    <a:pt x="1286524" y="1287312"/>
                  </a:lnTo>
                  <a:lnTo>
                    <a:pt x="1321295" y="1289419"/>
                  </a:lnTo>
                  <a:lnTo>
                    <a:pt x="1356066" y="1290799"/>
                  </a:lnTo>
                  <a:lnTo>
                    <a:pt x="1390836" y="1289407"/>
                  </a:lnTo>
                  <a:lnTo>
                    <a:pt x="1425607" y="1283194"/>
                  </a:lnTo>
                  <a:lnTo>
                    <a:pt x="1460378" y="1270113"/>
                  </a:lnTo>
                  <a:lnTo>
                    <a:pt x="1495149" y="1254498"/>
                  </a:lnTo>
                  <a:lnTo>
                    <a:pt x="1529920" y="1243806"/>
                  </a:lnTo>
                  <a:lnTo>
                    <a:pt x="1564691" y="1236768"/>
                  </a:lnTo>
                  <a:lnTo>
                    <a:pt x="1599462" y="1232052"/>
                  </a:lnTo>
                  <a:lnTo>
                    <a:pt x="1634233" y="1228326"/>
                  </a:lnTo>
                  <a:lnTo>
                    <a:pt x="1669004" y="1224257"/>
                  </a:lnTo>
                  <a:lnTo>
                    <a:pt x="1703775" y="1218511"/>
                  </a:lnTo>
                  <a:lnTo>
                    <a:pt x="1738546" y="1209756"/>
                  </a:lnTo>
                  <a:lnTo>
                    <a:pt x="1773317" y="1196659"/>
                  </a:lnTo>
                  <a:lnTo>
                    <a:pt x="1808088" y="1177888"/>
                  </a:lnTo>
                  <a:lnTo>
                    <a:pt x="1842859" y="1152901"/>
                  </a:lnTo>
                  <a:lnTo>
                    <a:pt x="1877629" y="1126186"/>
                  </a:lnTo>
                  <a:lnTo>
                    <a:pt x="1912400" y="1098582"/>
                  </a:lnTo>
                  <a:lnTo>
                    <a:pt x="1947171" y="1069972"/>
                  </a:lnTo>
                  <a:lnTo>
                    <a:pt x="1981942" y="1040241"/>
                  </a:lnTo>
                  <a:lnTo>
                    <a:pt x="2016713" y="1009273"/>
                  </a:lnTo>
                  <a:lnTo>
                    <a:pt x="2051484" y="976951"/>
                  </a:lnTo>
                  <a:lnTo>
                    <a:pt x="2086255" y="943161"/>
                  </a:lnTo>
                  <a:lnTo>
                    <a:pt x="2121026" y="907785"/>
                  </a:lnTo>
                  <a:lnTo>
                    <a:pt x="2155797" y="870708"/>
                  </a:lnTo>
                  <a:lnTo>
                    <a:pt x="2190568" y="831815"/>
                  </a:lnTo>
                  <a:lnTo>
                    <a:pt x="2225339" y="790988"/>
                  </a:lnTo>
                  <a:lnTo>
                    <a:pt x="2260110" y="748413"/>
                  </a:lnTo>
                  <a:lnTo>
                    <a:pt x="2294881" y="704373"/>
                  </a:lnTo>
                  <a:lnTo>
                    <a:pt x="2329651" y="658872"/>
                  </a:lnTo>
                  <a:lnTo>
                    <a:pt x="2364422" y="611912"/>
                  </a:lnTo>
                  <a:lnTo>
                    <a:pt x="2399193" y="563496"/>
                  </a:lnTo>
                  <a:lnTo>
                    <a:pt x="2433964" y="513629"/>
                  </a:lnTo>
                  <a:lnTo>
                    <a:pt x="2468735" y="462312"/>
                  </a:lnTo>
                  <a:lnTo>
                    <a:pt x="2503506" y="409550"/>
                  </a:lnTo>
                  <a:lnTo>
                    <a:pt x="2538277" y="355345"/>
                  </a:lnTo>
                  <a:lnTo>
                    <a:pt x="2573048" y="299700"/>
                  </a:lnTo>
                  <a:lnTo>
                    <a:pt x="2607819" y="242620"/>
                  </a:lnTo>
                  <a:lnTo>
                    <a:pt x="2642590" y="184106"/>
                  </a:lnTo>
                  <a:lnTo>
                    <a:pt x="2677361" y="124163"/>
                  </a:lnTo>
                  <a:lnTo>
                    <a:pt x="2712132" y="62793"/>
                  </a:lnTo>
                  <a:lnTo>
                    <a:pt x="2746903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697444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(external)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2025-10-13T12:48:20Z</dcterms:modified>
  <cp:category/>
</cp:coreProperties>
</file>