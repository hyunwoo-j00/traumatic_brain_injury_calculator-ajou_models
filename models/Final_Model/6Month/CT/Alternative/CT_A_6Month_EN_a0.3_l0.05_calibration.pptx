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(N=2722, events=1037)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03222" y="537362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48464" y="536107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75766" y="52472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11016" y="503147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85946" y="476138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18067" y="426848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30581" y="38366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32298" y="32068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681491" y="252672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59702" y="219874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35232" y="2205127"/>
              <a:ext cx="2856479" cy="3240057"/>
            </a:xfrm>
            <a:custGeom>
              <a:avLst/>
              <a:pathLst>
                <a:path w="2856479" h="3240057">
                  <a:moveTo>
                    <a:pt x="0" y="3240057"/>
                  </a:moveTo>
                  <a:lnTo>
                    <a:pt x="36157" y="3219558"/>
                  </a:lnTo>
                  <a:lnTo>
                    <a:pt x="72315" y="3196790"/>
                  </a:lnTo>
                  <a:lnTo>
                    <a:pt x="108473" y="3171692"/>
                  </a:lnTo>
                  <a:lnTo>
                    <a:pt x="144631" y="3144203"/>
                  </a:lnTo>
                  <a:lnTo>
                    <a:pt x="180789" y="3114196"/>
                  </a:lnTo>
                  <a:lnTo>
                    <a:pt x="216947" y="3081767"/>
                  </a:lnTo>
                  <a:lnTo>
                    <a:pt x="253105" y="3047202"/>
                  </a:lnTo>
                  <a:lnTo>
                    <a:pt x="289263" y="3010638"/>
                  </a:lnTo>
                  <a:lnTo>
                    <a:pt x="325421" y="2971411"/>
                  </a:lnTo>
                  <a:lnTo>
                    <a:pt x="361579" y="2929864"/>
                  </a:lnTo>
                  <a:lnTo>
                    <a:pt x="397737" y="2886550"/>
                  </a:lnTo>
                  <a:lnTo>
                    <a:pt x="433895" y="2840650"/>
                  </a:lnTo>
                  <a:lnTo>
                    <a:pt x="470053" y="2789738"/>
                  </a:lnTo>
                  <a:lnTo>
                    <a:pt x="506211" y="2735613"/>
                  </a:lnTo>
                  <a:lnTo>
                    <a:pt x="542369" y="2680296"/>
                  </a:lnTo>
                  <a:lnTo>
                    <a:pt x="578527" y="2625809"/>
                  </a:lnTo>
                  <a:lnTo>
                    <a:pt x="614685" y="2571690"/>
                  </a:lnTo>
                  <a:lnTo>
                    <a:pt x="650843" y="2515419"/>
                  </a:lnTo>
                  <a:lnTo>
                    <a:pt x="687001" y="2457765"/>
                  </a:lnTo>
                  <a:lnTo>
                    <a:pt x="723159" y="2399539"/>
                  </a:lnTo>
                  <a:lnTo>
                    <a:pt x="759317" y="2341552"/>
                  </a:lnTo>
                  <a:lnTo>
                    <a:pt x="795475" y="2284613"/>
                  </a:lnTo>
                  <a:lnTo>
                    <a:pt x="831633" y="2229535"/>
                  </a:lnTo>
                  <a:lnTo>
                    <a:pt x="867791" y="2177126"/>
                  </a:lnTo>
                  <a:lnTo>
                    <a:pt x="903949" y="2128198"/>
                  </a:lnTo>
                  <a:lnTo>
                    <a:pt x="940107" y="2082743"/>
                  </a:lnTo>
                  <a:lnTo>
                    <a:pt x="976265" y="2038700"/>
                  </a:lnTo>
                  <a:lnTo>
                    <a:pt x="1012423" y="1995717"/>
                  </a:lnTo>
                  <a:lnTo>
                    <a:pt x="1048581" y="1953579"/>
                  </a:lnTo>
                  <a:lnTo>
                    <a:pt x="1084739" y="1912072"/>
                  </a:lnTo>
                  <a:lnTo>
                    <a:pt x="1120897" y="1870980"/>
                  </a:lnTo>
                  <a:lnTo>
                    <a:pt x="1157055" y="1830089"/>
                  </a:lnTo>
                  <a:lnTo>
                    <a:pt x="1193213" y="1789184"/>
                  </a:lnTo>
                  <a:lnTo>
                    <a:pt x="1229371" y="1748049"/>
                  </a:lnTo>
                  <a:lnTo>
                    <a:pt x="1265528" y="1706472"/>
                  </a:lnTo>
                  <a:lnTo>
                    <a:pt x="1301686" y="1664236"/>
                  </a:lnTo>
                  <a:lnTo>
                    <a:pt x="1337844" y="1621146"/>
                  </a:lnTo>
                  <a:lnTo>
                    <a:pt x="1374002" y="1577404"/>
                  </a:lnTo>
                  <a:lnTo>
                    <a:pt x="1410160" y="1533201"/>
                  </a:lnTo>
                  <a:lnTo>
                    <a:pt x="1446318" y="1488639"/>
                  </a:lnTo>
                  <a:lnTo>
                    <a:pt x="1482476" y="1443818"/>
                  </a:lnTo>
                  <a:lnTo>
                    <a:pt x="1518634" y="1398840"/>
                  </a:lnTo>
                  <a:lnTo>
                    <a:pt x="1554792" y="1353805"/>
                  </a:lnTo>
                  <a:lnTo>
                    <a:pt x="1590950" y="1308815"/>
                  </a:lnTo>
                  <a:lnTo>
                    <a:pt x="1627108" y="1263971"/>
                  </a:lnTo>
                  <a:lnTo>
                    <a:pt x="1663266" y="1219373"/>
                  </a:lnTo>
                  <a:lnTo>
                    <a:pt x="1699424" y="1175123"/>
                  </a:lnTo>
                  <a:lnTo>
                    <a:pt x="1735582" y="1131323"/>
                  </a:lnTo>
                  <a:lnTo>
                    <a:pt x="1771740" y="1088072"/>
                  </a:lnTo>
                  <a:lnTo>
                    <a:pt x="1807898" y="1045472"/>
                  </a:lnTo>
                  <a:lnTo>
                    <a:pt x="1844056" y="1003553"/>
                  </a:lnTo>
                  <a:lnTo>
                    <a:pt x="1880214" y="961789"/>
                  </a:lnTo>
                  <a:lnTo>
                    <a:pt x="1916372" y="920099"/>
                  </a:lnTo>
                  <a:lnTo>
                    <a:pt x="1952530" y="878545"/>
                  </a:lnTo>
                  <a:lnTo>
                    <a:pt x="1988688" y="837184"/>
                  </a:lnTo>
                  <a:lnTo>
                    <a:pt x="2024846" y="796079"/>
                  </a:lnTo>
                  <a:lnTo>
                    <a:pt x="2061004" y="755288"/>
                  </a:lnTo>
                  <a:lnTo>
                    <a:pt x="2097162" y="714871"/>
                  </a:lnTo>
                  <a:lnTo>
                    <a:pt x="2133320" y="674889"/>
                  </a:lnTo>
                  <a:lnTo>
                    <a:pt x="2169478" y="635401"/>
                  </a:lnTo>
                  <a:lnTo>
                    <a:pt x="2205636" y="596467"/>
                  </a:lnTo>
                  <a:lnTo>
                    <a:pt x="2241794" y="558148"/>
                  </a:lnTo>
                  <a:lnTo>
                    <a:pt x="2277952" y="520502"/>
                  </a:lnTo>
                  <a:lnTo>
                    <a:pt x="2314110" y="483590"/>
                  </a:lnTo>
                  <a:lnTo>
                    <a:pt x="2350268" y="447473"/>
                  </a:lnTo>
                  <a:lnTo>
                    <a:pt x="2386426" y="412197"/>
                  </a:lnTo>
                  <a:lnTo>
                    <a:pt x="2422584" y="377492"/>
                  </a:lnTo>
                  <a:lnTo>
                    <a:pt x="2458742" y="343236"/>
                  </a:lnTo>
                  <a:lnTo>
                    <a:pt x="2494900" y="309442"/>
                  </a:lnTo>
                  <a:lnTo>
                    <a:pt x="2531057" y="276124"/>
                  </a:lnTo>
                  <a:lnTo>
                    <a:pt x="2567215" y="243296"/>
                  </a:lnTo>
                  <a:lnTo>
                    <a:pt x="2603373" y="210972"/>
                  </a:lnTo>
                  <a:lnTo>
                    <a:pt x="2639531" y="179167"/>
                  </a:lnTo>
                  <a:lnTo>
                    <a:pt x="2675689" y="147894"/>
                  </a:lnTo>
                  <a:lnTo>
                    <a:pt x="2711847" y="117166"/>
                  </a:lnTo>
                  <a:lnTo>
                    <a:pt x="2748005" y="86999"/>
                  </a:lnTo>
                  <a:lnTo>
                    <a:pt x="2784163" y="57407"/>
                  </a:lnTo>
                  <a:lnTo>
                    <a:pt x="2820321" y="28402"/>
                  </a:lnTo>
                  <a:lnTo>
                    <a:pt x="285647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2025-10-13T12:45:44Z</dcterms:modified>
  <cp:category/>
</cp:coreProperties>
</file>