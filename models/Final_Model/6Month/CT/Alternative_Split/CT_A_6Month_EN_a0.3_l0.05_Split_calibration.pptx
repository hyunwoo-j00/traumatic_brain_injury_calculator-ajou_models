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5355" y="54079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53755" y="53451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81819" y="517370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3302" y="50107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9775" y="47636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11237" y="43236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25992" y="384468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30745" y="323933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73756" y="25164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52741" y="21864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7365" y="2189004"/>
              <a:ext cx="2847386" cy="3276353"/>
            </a:xfrm>
            <a:custGeom>
              <a:avLst/>
              <a:pathLst>
                <a:path w="2847386" h="3276353">
                  <a:moveTo>
                    <a:pt x="0" y="3276353"/>
                  </a:moveTo>
                  <a:lnTo>
                    <a:pt x="36042" y="3246944"/>
                  </a:lnTo>
                  <a:lnTo>
                    <a:pt x="72085" y="3216179"/>
                  </a:lnTo>
                  <a:lnTo>
                    <a:pt x="108128" y="3184033"/>
                  </a:lnTo>
                  <a:lnTo>
                    <a:pt x="144171" y="3150483"/>
                  </a:lnTo>
                  <a:lnTo>
                    <a:pt x="180214" y="3115468"/>
                  </a:lnTo>
                  <a:lnTo>
                    <a:pt x="216257" y="3079008"/>
                  </a:lnTo>
                  <a:lnTo>
                    <a:pt x="252300" y="3041251"/>
                  </a:lnTo>
                  <a:lnTo>
                    <a:pt x="288342" y="3002298"/>
                  </a:lnTo>
                  <a:lnTo>
                    <a:pt x="324385" y="2961745"/>
                  </a:lnTo>
                  <a:lnTo>
                    <a:pt x="360428" y="2919725"/>
                  </a:lnTo>
                  <a:lnTo>
                    <a:pt x="396471" y="2876575"/>
                  </a:lnTo>
                  <a:lnTo>
                    <a:pt x="432514" y="2832353"/>
                  </a:lnTo>
                  <a:lnTo>
                    <a:pt x="468557" y="2785205"/>
                  </a:lnTo>
                  <a:lnTo>
                    <a:pt x="504600" y="2735795"/>
                  </a:lnTo>
                  <a:lnTo>
                    <a:pt x="540642" y="2685450"/>
                  </a:lnTo>
                  <a:lnTo>
                    <a:pt x="576685" y="2635496"/>
                  </a:lnTo>
                  <a:lnTo>
                    <a:pt x="612728" y="2586097"/>
                  </a:lnTo>
                  <a:lnTo>
                    <a:pt x="648771" y="2535585"/>
                  </a:lnTo>
                  <a:lnTo>
                    <a:pt x="684814" y="2484308"/>
                  </a:lnTo>
                  <a:lnTo>
                    <a:pt x="720857" y="2432696"/>
                  </a:lnTo>
                  <a:lnTo>
                    <a:pt x="756900" y="2381176"/>
                  </a:lnTo>
                  <a:lnTo>
                    <a:pt x="792942" y="2330178"/>
                  </a:lnTo>
                  <a:lnTo>
                    <a:pt x="828985" y="2280130"/>
                  </a:lnTo>
                  <a:lnTo>
                    <a:pt x="865028" y="2231460"/>
                  </a:lnTo>
                  <a:lnTo>
                    <a:pt x="901071" y="2184599"/>
                  </a:lnTo>
                  <a:lnTo>
                    <a:pt x="937114" y="2139255"/>
                  </a:lnTo>
                  <a:lnTo>
                    <a:pt x="973157" y="2094398"/>
                  </a:lnTo>
                  <a:lnTo>
                    <a:pt x="1009200" y="2049956"/>
                  </a:lnTo>
                  <a:lnTo>
                    <a:pt x="1045242" y="2005875"/>
                  </a:lnTo>
                  <a:lnTo>
                    <a:pt x="1081285" y="1962099"/>
                  </a:lnTo>
                  <a:lnTo>
                    <a:pt x="1117328" y="1918571"/>
                  </a:lnTo>
                  <a:lnTo>
                    <a:pt x="1153371" y="1875238"/>
                  </a:lnTo>
                  <a:lnTo>
                    <a:pt x="1189414" y="1832043"/>
                  </a:lnTo>
                  <a:lnTo>
                    <a:pt x="1225457" y="1788931"/>
                  </a:lnTo>
                  <a:lnTo>
                    <a:pt x="1261500" y="1745846"/>
                  </a:lnTo>
                  <a:lnTo>
                    <a:pt x="1297542" y="1702733"/>
                  </a:lnTo>
                  <a:lnTo>
                    <a:pt x="1333585" y="1659502"/>
                  </a:lnTo>
                  <a:lnTo>
                    <a:pt x="1369628" y="1615760"/>
                  </a:lnTo>
                  <a:lnTo>
                    <a:pt x="1405671" y="1571488"/>
                  </a:lnTo>
                  <a:lnTo>
                    <a:pt x="1441714" y="1526785"/>
                  </a:lnTo>
                  <a:lnTo>
                    <a:pt x="1477757" y="1481753"/>
                  </a:lnTo>
                  <a:lnTo>
                    <a:pt x="1513800" y="1436493"/>
                  </a:lnTo>
                  <a:lnTo>
                    <a:pt x="1549843" y="1391104"/>
                  </a:lnTo>
                  <a:lnTo>
                    <a:pt x="1585885" y="1345687"/>
                  </a:lnTo>
                  <a:lnTo>
                    <a:pt x="1621928" y="1300342"/>
                  </a:lnTo>
                  <a:lnTo>
                    <a:pt x="1657971" y="1255171"/>
                  </a:lnTo>
                  <a:lnTo>
                    <a:pt x="1694014" y="1210273"/>
                  </a:lnTo>
                  <a:lnTo>
                    <a:pt x="1730057" y="1165749"/>
                  </a:lnTo>
                  <a:lnTo>
                    <a:pt x="1766100" y="1121699"/>
                  </a:lnTo>
                  <a:lnTo>
                    <a:pt x="1802143" y="1078225"/>
                  </a:lnTo>
                  <a:lnTo>
                    <a:pt x="1838185" y="1035377"/>
                  </a:lnTo>
                  <a:lnTo>
                    <a:pt x="1874228" y="992682"/>
                  </a:lnTo>
                  <a:lnTo>
                    <a:pt x="1910271" y="950041"/>
                  </a:lnTo>
                  <a:lnTo>
                    <a:pt x="1946314" y="907516"/>
                  </a:lnTo>
                  <a:lnTo>
                    <a:pt x="1982357" y="865168"/>
                  </a:lnTo>
                  <a:lnTo>
                    <a:pt x="2018400" y="823059"/>
                  </a:lnTo>
                  <a:lnTo>
                    <a:pt x="2054443" y="781248"/>
                  </a:lnTo>
                  <a:lnTo>
                    <a:pt x="2090485" y="739798"/>
                  </a:lnTo>
                  <a:lnTo>
                    <a:pt x="2126528" y="698769"/>
                  </a:lnTo>
                  <a:lnTo>
                    <a:pt x="2162571" y="658223"/>
                  </a:lnTo>
                  <a:lnTo>
                    <a:pt x="2198614" y="618220"/>
                  </a:lnTo>
                  <a:lnTo>
                    <a:pt x="2234657" y="578821"/>
                  </a:lnTo>
                  <a:lnTo>
                    <a:pt x="2270700" y="540088"/>
                  </a:lnTo>
                  <a:lnTo>
                    <a:pt x="2306743" y="502082"/>
                  </a:lnTo>
                  <a:lnTo>
                    <a:pt x="2342785" y="464863"/>
                  </a:lnTo>
                  <a:lnTo>
                    <a:pt x="2378828" y="428473"/>
                  </a:lnTo>
                  <a:lnTo>
                    <a:pt x="2414871" y="392614"/>
                  </a:lnTo>
                  <a:lnTo>
                    <a:pt x="2450914" y="357184"/>
                  </a:lnTo>
                  <a:lnTo>
                    <a:pt x="2486957" y="322196"/>
                  </a:lnTo>
                  <a:lnTo>
                    <a:pt x="2523000" y="287666"/>
                  </a:lnTo>
                  <a:lnTo>
                    <a:pt x="2559043" y="253609"/>
                  </a:lnTo>
                  <a:lnTo>
                    <a:pt x="2595085" y="220041"/>
                  </a:lnTo>
                  <a:lnTo>
                    <a:pt x="2631128" y="186975"/>
                  </a:lnTo>
                  <a:lnTo>
                    <a:pt x="2667171" y="154428"/>
                  </a:lnTo>
                  <a:lnTo>
                    <a:pt x="2703214" y="122415"/>
                  </a:lnTo>
                  <a:lnTo>
                    <a:pt x="2739257" y="90950"/>
                  </a:lnTo>
                  <a:lnTo>
                    <a:pt x="2775300" y="60050"/>
                  </a:lnTo>
                  <a:lnTo>
                    <a:pt x="2811343" y="29727"/>
                  </a:lnTo>
                  <a:lnTo>
                    <a:pt x="2847386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01857" y="52374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55247" y="54231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93427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9099" y="52962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23001" y="478870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67125" y="402740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66372" y="38047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05317" y="294889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674851" y="25682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58902" y="22475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3867" y="2285768"/>
              <a:ext cx="2857045" cy="3147199"/>
            </a:xfrm>
            <a:custGeom>
              <a:avLst/>
              <a:pathLst>
                <a:path w="2857045" h="3147199">
                  <a:moveTo>
                    <a:pt x="0" y="3038419"/>
                  </a:moveTo>
                  <a:lnTo>
                    <a:pt x="36165" y="3074541"/>
                  </a:lnTo>
                  <a:lnTo>
                    <a:pt x="72330" y="3103646"/>
                  </a:lnTo>
                  <a:lnTo>
                    <a:pt x="108495" y="3125582"/>
                  </a:lnTo>
                  <a:lnTo>
                    <a:pt x="144660" y="3140196"/>
                  </a:lnTo>
                  <a:lnTo>
                    <a:pt x="180825" y="3147199"/>
                  </a:lnTo>
                  <a:lnTo>
                    <a:pt x="216990" y="3146552"/>
                  </a:lnTo>
                  <a:lnTo>
                    <a:pt x="253155" y="3138916"/>
                  </a:lnTo>
                  <a:lnTo>
                    <a:pt x="289321" y="3124977"/>
                  </a:lnTo>
                  <a:lnTo>
                    <a:pt x="325486" y="3104000"/>
                  </a:lnTo>
                  <a:lnTo>
                    <a:pt x="361651" y="3075232"/>
                  </a:lnTo>
                  <a:lnTo>
                    <a:pt x="397816" y="3039926"/>
                  </a:lnTo>
                  <a:lnTo>
                    <a:pt x="433981" y="2999147"/>
                  </a:lnTo>
                  <a:lnTo>
                    <a:pt x="470146" y="2947201"/>
                  </a:lnTo>
                  <a:lnTo>
                    <a:pt x="506311" y="2883685"/>
                  </a:lnTo>
                  <a:lnTo>
                    <a:pt x="542477" y="2812289"/>
                  </a:lnTo>
                  <a:lnTo>
                    <a:pt x="578642" y="2736699"/>
                  </a:lnTo>
                  <a:lnTo>
                    <a:pt x="614807" y="2660606"/>
                  </a:lnTo>
                  <a:lnTo>
                    <a:pt x="650972" y="2581931"/>
                  </a:lnTo>
                  <a:lnTo>
                    <a:pt x="687137" y="2493220"/>
                  </a:lnTo>
                  <a:lnTo>
                    <a:pt x="723302" y="2397508"/>
                  </a:lnTo>
                  <a:lnTo>
                    <a:pt x="759467" y="2298089"/>
                  </a:lnTo>
                  <a:lnTo>
                    <a:pt x="795632" y="2198256"/>
                  </a:lnTo>
                  <a:lnTo>
                    <a:pt x="831798" y="2101302"/>
                  </a:lnTo>
                  <a:lnTo>
                    <a:pt x="867963" y="2010522"/>
                  </a:lnTo>
                  <a:lnTo>
                    <a:pt x="904128" y="1929209"/>
                  </a:lnTo>
                  <a:lnTo>
                    <a:pt x="940293" y="1860656"/>
                  </a:lnTo>
                  <a:lnTo>
                    <a:pt x="976458" y="1807556"/>
                  </a:lnTo>
                  <a:lnTo>
                    <a:pt x="1012623" y="1762964"/>
                  </a:lnTo>
                  <a:lnTo>
                    <a:pt x="1048788" y="1723077"/>
                  </a:lnTo>
                  <a:lnTo>
                    <a:pt x="1084954" y="1686731"/>
                  </a:lnTo>
                  <a:lnTo>
                    <a:pt x="1121119" y="1652762"/>
                  </a:lnTo>
                  <a:lnTo>
                    <a:pt x="1157284" y="1620006"/>
                  </a:lnTo>
                  <a:lnTo>
                    <a:pt x="1193449" y="1587298"/>
                  </a:lnTo>
                  <a:lnTo>
                    <a:pt x="1229614" y="1553475"/>
                  </a:lnTo>
                  <a:lnTo>
                    <a:pt x="1265779" y="1517373"/>
                  </a:lnTo>
                  <a:lnTo>
                    <a:pt x="1301944" y="1477828"/>
                  </a:lnTo>
                  <a:lnTo>
                    <a:pt x="1338109" y="1433676"/>
                  </a:lnTo>
                  <a:lnTo>
                    <a:pt x="1374275" y="1384007"/>
                  </a:lnTo>
                  <a:lnTo>
                    <a:pt x="1410440" y="1332865"/>
                  </a:lnTo>
                  <a:lnTo>
                    <a:pt x="1446605" y="1282114"/>
                  </a:lnTo>
                  <a:lnTo>
                    <a:pt x="1482770" y="1231875"/>
                  </a:lnTo>
                  <a:lnTo>
                    <a:pt x="1518935" y="1182266"/>
                  </a:lnTo>
                  <a:lnTo>
                    <a:pt x="1555100" y="1133406"/>
                  </a:lnTo>
                  <a:lnTo>
                    <a:pt x="1591265" y="1085414"/>
                  </a:lnTo>
                  <a:lnTo>
                    <a:pt x="1627431" y="1038409"/>
                  </a:lnTo>
                  <a:lnTo>
                    <a:pt x="1663596" y="992511"/>
                  </a:lnTo>
                  <a:lnTo>
                    <a:pt x="1699761" y="947839"/>
                  </a:lnTo>
                  <a:lnTo>
                    <a:pt x="1735926" y="904512"/>
                  </a:lnTo>
                  <a:lnTo>
                    <a:pt x="1772091" y="862648"/>
                  </a:lnTo>
                  <a:lnTo>
                    <a:pt x="1808256" y="822356"/>
                  </a:lnTo>
                  <a:lnTo>
                    <a:pt x="1844421" y="782913"/>
                  </a:lnTo>
                  <a:lnTo>
                    <a:pt x="1880587" y="743880"/>
                  </a:lnTo>
                  <a:lnTo>
                    <a:pt x="1916752" y="705315"/>
                  </a:lnTo>
                  <a:lnTo>
                    <a:pt x="1952917" y="667275"/>
                  </a:lnTo>
                  <a:lnTo>
                    <a:pt x="1989082" y="629821"/>
                  </a:lnTo>
                  <a:lnTo>
                    <a:pt x="2025247" y="593009"/>
                  </a:lnTo>
                  <a:lnTo>
                    <a:pt x="2061412" y="556898"/>
                  </a:lnTo>
                  <a:lnTo>
                    <a:pt x="2097577" y="521547"/>
                  </a:lnTo>
                  <a:lnTo>
                    <a:pt x="2133742" y="487014"/>
                  </a:lnTo>
                  <a:lnTo>
                    <a:pt x="2169908" y="453358"/>
                  </a:lnTo>
                  <a:lnTo>
                    <a:pt x="2206073" y="420636"/>
                  </a:lnTo>
                  <a:lnTo>
                    <a:pt x="2242238" y="388907"/>
                  </a:lnTo>
                  <a:lnTo>
                    <a:pt x="2278403" y="358229"/>
                  </a:lnTo>
                  <a:lnTo>
                    <a:pt x="2314568" y="328662"/>
                  </a:lnTo>
                  <a:lnTo>
                    <a:pt x="2350733" y="300262"/>
                  </a:lnTo>
                  <a:lnTo>
                    <a:pt x="2386898" y="273058"/>
                  </a:lnTo>
                  <a:lnTo>
                    <a:pt x="2423064" y="246776"/>
                  </a:lnTo>
                  <a:lnTo>
                    <a:pt x="2459229" y="221345"/>
                  </a:lnTo>
                  <a:lnTo>
                    <a:pt x="2495394" y="196775"/>
                  </a:lnTo>
                  <a:lnTo>
                    <a:pt x="2531559" y="173071"/>
                  </a:lnTo>
                  <a:lnTo>
                    <a:pt x="2567724" y="150242"/>
                  </a:lnTo>
                  <a:lnTo>
                    <a:pt x="2603889" y="128294"/>
                  </a:lnTo>
                  <a:lnTo>
                    <a:pt x="2640054" y="107237"/>
                  </a:lnTo>
                  <a:lnTo>
                    <a:pt x="2676219" y="87077"/>
                  </a:lnTo>
                  <a:lnTo>
                    <a:pt x="2712385" y="67822"/>
                  </a:lnTo>
                  <a:lnTo>
                    <a:pt x="2748550" y="49479"/>
                  </a:lnTo>
                  <a:lnTo>
                    <a:pt x="2784715" y="32056"/>
                  </a:lnTo>
                  <a:lnTo>
                    <a:pt x="2820880" y="15560"/>
                  </a:lnTo>
                  <a:lnTo>
                    <a:pt x="2857045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2025-10-13T12:46:09Z</dcterms:modified>
  <cp:category/>
</cp:coreProperties>
</file>