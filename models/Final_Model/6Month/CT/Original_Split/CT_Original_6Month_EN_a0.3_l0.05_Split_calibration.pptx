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(N=2178, events=830)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27729" y="5392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77480" y="53286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90685" y="526855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22094" y="50085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83527" y="478262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56424" y="42709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55866" y="38288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12039" y="32236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25103" y="253215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99698" y="21707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59739" y="2187035"/>
              <a:ext cx="2871968" cy="3257264"/>
            </a:xfrm>
            <a:custGeom>
              <a:avLst/>
              <a:pathLst>
                <a:path w="2871968" h="3257264">
                  <a:moveTo>
                    <a:pt x="0" y="3257264"/>
                  </a:moveTo>
                  <a:lnTo>
                    <a:pt x="36354" y="3239176"/>
                  </a:lnTo>
                  <a:lnTo>
                    <a:pt x="72708" y="3217964"/>
                  </a:lnTo>
                  <a:lnTo>
                    <a:pt x="109062" y="3193611"/>
                  </a:lnTo>
                  <a:lnTo>
                    <a:pt x="145416" y="3166101"/>
                  </a:lnTo>
                  <a:lnTo>
                    <a:pt x="181770" y="3135339"/>
                  </a:lnTo>
                  <a:lnTo>
                    <a:pt x="218124" y="3101358"/>
                  </a:lnTo>
                  <a:lnTo>
                    <a:pt x="254478" y="3064425"/>
                  </a:lnTo>
                  <a:lnTo>
                    <a:pt x="290832" y="3024519"/>
                  </a:lnTo>
                  <a:lnTo>
                    <a:pt x="327186" y="2981285"/>
                  </a:lnTo>
                  <a:lnTo>
                    <a:pt x="363540" y="2935073"/>
                  </a:lnTo>
                  <a:lnTo>
                    <a:pt x="399894" y="2886202"/>
                  </a:lnTo>
                  <a:lnTo>
                    <a:pt x="436248" y="2832344"/>
                  </a:lnTo>
                  <a:lnTo>
                    <a:pt x="472602" y="2773604"/>
                  </a:lnTo>
                  <a:lnTo>
                    <a:pt x="508956" y="2712050"/>
                  </a:lnTo>
                  <a:lnTo>
                    <a:pt x="545310" y="2649750"/>
                  </a:lnTo>
                  <a:lnTo>
                    <a:pt x="581664" y="2587304"/>
                  </a:lnTo>
                  <a:lnTo>
                    <a:pt x="618018" y="2522328"/>
                  </a:lnTo>
                  <a:lnTo>
                    <a:pt x="654372" y="2455926"/>
                  </a:lnTo>
                  <a:lnTo>
                    <a:pt x="690726" y="2389433"/>
                  </a:lnTo>
                  <a:lnTo>
                    <a:pt x="727080" y="2324185"/>
                  </a:lnTo>
                  <a:lnTo>
                    <a:pt x="763434" y="2261515"/>
                  </a:lnTo>
                  <a:lnTo>
                    <a:pt x="799788" y="2202761"/>
                  </a:lnTo>
                  <a:lnTo>
                    <a:pt x="836142" y="2149143"/>
                  </a:lnTo>
                  <a:lnTo>
                    <a:pt x="872496" y="2098072"/>
                  </a:lnTo>
                  <a:lnTo>
                    <a:pt x="908850" y="2047944"/>
                  </a:lnTo>
                  <a:lnTo>
                    <a:pt x="945204" y="1998721"/>
                  </a:lnTo>
                  <a:lnTo>
                    <a:pt x="981558" y="1950364"/>
                  </a:lnTo>
                  <a:lnTo>
                    <a:pt x="1017912" y="1902838"/>
                  </a:lnTo>
                  <a:lnTo>
                    <a:pt x="1054266" y="1856103"/>
                  </a:lnTo>
                  <a:lnTo>
                    <a:pt x="1090621" y="1810123"/>
                  </a:lnTo>
                  <a:lnTo>
                    <a:pt x="1126975" y="1764861"/>
                  </a:lnTo>
                  <a:lnTo>
                    <a:pt x="1163329" y="1720278"/>
                  </a:lnTo>
                  <a:lnTo>
                    <a:pt x="1199683" y="1676338"/>
                  </a:lnTo>
                  <a:lnTo>
                    <a:pt x="1236037" y="1633018"/>
                  </a:lnTo>
                  <a:lnTo>
                    <a:pt x="1272391" y="1590696"/>
                  </a:lnTo>
                  <a:lnTo>
                    <a:pt x="1308745" y="1549453"/>
                  </a:lnTo>
                  <a:lnTo>
                    <a:pt x="1345099" y="1509159"/>
                  </a:lnTo>
                  <a:lnTo>
                    <a:pt x="1381453" y="1469682"/>
                  </a:lnTo>
                  <a:lnTo>
                    <a:pt x="1417807" y="1430894"/>
                  </a:lnTo>
                  <a:lnTo>
                    <a:pt x="1454161" y="1392664"/>
                  </a:lnTo>
                  <a:lnTo>
                    <a:pt x="1490515" y="1354861"/>
                  </a:lnTo>
                  <a:lnTo>
                    <a:pt x="1526869" y="1317355"/>
                  </a:lnTo>
                  <a:lnTo>
                    <a:pt x="1563223" y="1280017"/>
                  </a:lnTo>
                  <a:lnTo>
                    <a:pt x="1599577" y="1242717"/>
                  </a:lnTo>
                  <a:lnTo>
                    <a:pt x="1635931" y="1205323"/>
                  </a:lnTo>
                  <a:lnTo>
                    <a:pt x="1672285" y="1167706"/>
                  </a:lnTo>
                  <a:lnTo>
                    <a:pt x="1708639" y="1129735"/>
                  </a:lnTo>
                  <a:lnTo>
                    <a:pt x="1744993" y="1091281"/>
                  </a:lnTo>
                  <a:lnTo>
                    <a:pt x="1781347" y="1052213"/>
                  </a:lnTo>
                  <a:lnTo>
                    <a:pt x="1817701" y="1012781"/>
                  </a:lnTo>
                  <a:lnTo>
                    <a:pt x="1854055" y="973467"/>
                  </a:lnTo>
                  <a:lnTo>
                    <a:pt x="1890409" y="934301"/>
                  </a:lnTo>
                  <a:lnTo>
                    <a:pt x="1926763" y="895308"/>
                  </a:lnTo>
                  <a:lnTo>
                    <a:pt x="1963117" y="856514"/>
                  </a:lnTo>
                  <a:lnTo>
                    <a:pt x="1999471" y="817945"/>
                  </a:lnTo>
                  <a:lnTo>
                    <a:pt x="2035825" y="779626"/>
                  </a:lnTo>
                  <a:lnTo>
                    <a:pt x="2072179" y="741584"/>
                  </a:lnTo>
                  <a:lnTo>
                    <a:pt x="2108533" y="703844"/>
                  </a:lnTo>
                  <a:lnTo>
                    <a:pt x="2144887" y="666431"/>
                  </a:lnTo>
                  <a:lnTo>
                    <a:pt x="2181242" y="629373"/>
                  </a:lnTo>
                  <a:lnTo>
                    <a:pt x="2217596" y="592693"/>
                  </a:lnTo>
                  <a:lnTo>
                    <a:pt x="2253950" y="556419"/>
                  </a:lnTo>
                  <a:lnTo>
                    <a:pt x="2290304" y="520576"/>
                  </a:lnTo>
                  <a:lnTo>
                    <a:pt x="2326658" y="485190"/>
                  </a:lnTo>
                  <a:lnTo>
                    <a:pt x="2363012" y="450286"/>
                  </a:lnTo>
                  <a:lnTo>
                    <a:pt x="2399366" y="415891"/>
                  </a:lnTo>
                  <a:lnTo>
                    <a:pt x="2435720" y="381896"/>
                  </a:lnTo>
                  <a:lnTo>
                    <a:pt x="2472074" y="348208"/>
                  </a:lnTo>
                  <a:lnTo>
                    <a:pt x="2508428" y="314834"/>
                  </a:lnTo>
                  <a:lnTo>
                    <a:pt x="2544782" y="281781"/>
                  </a:lnTo>
                  <a:lnTo>
                    <a:pt x="2581136" y="249057"/>
                  </a:lnTo>
                  <a:lnTo>
                    <a:pt x="2617490" y="216670"/>
                  </a:lnTo>
                  <a:lnTo>
                    <a:pt x="2653844" y="184626"/>
                  </a:lnTo>
                  <a:lnTo>
                    <a:pt x="2690198" y="152933"/>
                  </a:lnTo>
                  <a:lnTo>
                    <a:pt x="2726552" y="121599"/>
                  </a:lnTo>
                  <a:lnTo>
                    <a:pt x="2762906" y="90632"/>
                  </a:lnTo>
                  <a:lnTo>
                    <a:pt x="2799260" y="60037"/>
                  </a:lnTo>
                  <a:lnTo>
                    <a:pt x="2835614" y="29824"/>
                  </a:lnTo>
                  <a:lnTo>
                    <a:pt x="287196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(N=544, events=207)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322316" y="52374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68146" y="548656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604942" y="52962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30310" y="524186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06131" y="48401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77839" y="428117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542809" y="374249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44244" y="301233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27592" y="24413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09934" y="224757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54326" y="2265854"/>
              <a:ext cx="2887618" cy="3131674"/>
            </a:xfrm>
            <a:custGeom>
              <a:avLst/>
              <a:pathLst>
                <a:path w="2887618" h="3131674">
                  <a:moveTo>
                    <a:pt x="0" y="3068762"/>
                  </a:moveTo>
                  <a:lnTo>
                    <a:pt x="36552" y="3094633"/>
                  </a:lnTo>
                  <a:lnTo>
                    <a:pt x="73104" y="3113784"/>
                  </a:lnTo>
                  <a:lnTo>
                    <a:pt x="109656" y="3126152"/>
                  </a:lnTo>
                  <a:lnTo>
                    <a:pt x="146208" y="3131674"/>
                  </a:lnTo>
                  <a:lnTo>
                    <a:pt x="182760" y="3130083"/>
                  </a:lnTo>
                  <a:lnTo>
                    <a:pt x="219312" y="3121509"/>
                  </a:lnTo>
                  <a:lnTo>
                    <a:pt x="255864" y="3106469"/>
                  </a:lnTo>
                  <a:lnTo>
                    <a:pt x="292417" y="3085348"/>
                  </a:lnTo>
                  <a:lnTo>
                    <a:pt x="328969" y="3056445"/>
                  </a:lnTo>
                  <a:lnTo>
                    <a:pt x="365521" y="3020443"/>
                  </a:lnTo>
                  <a:lnTo>
                    <a:pt x="402073" y="2979122"/>
                  </a:lnTo>
                  <a:lnTo>
                    <a:pt x="438625" y="2929423"/>
                  </a:lnTo>
                  <a:lnTo>
                    <a:pt x="475177" y="2866330"/>
                  </a:lnTo>
                  <a:lnTo>
                    <a:pt x="511729" y="2794915"/>
                  </a:lnTo>
                  <a:lnTo>
                    <a:pt x="548281" y="2720445"/>
                  </a:lnTo>
                  <a:lnTo>
                    <a:pt x="584834" y="2648184"/>
                  </a:lnTo>
                  <a:lnTo>
                    <a:pt x="621386" y="2576281"/>
                  </a:lnTo>
                  <a:lnTo>
                    <a:pt x="657938" y="2501063"/>
                  </a:lnTo>
                  <a:lnTo>
                    <a:pt x="694490" y="2424060"/>
                  </a:lnTo>
                  <a:lnTo>
                    <a:pt x="731042" y="2346801"/>
                  </a:lnTo>
                  <a:lnTo>
                    <a:pt x="767594" y="2270815"/>
                  </a:lnTo>
                  <a:lnTo>
                    <a:pt x="804146" y="2197630"/>
                  </a:lnTo>
                  <a:lnTo>
                    <a:pt x="840699" y="2128775"/>
                  </a:lnTo>
                  <a:lnTo>
                    <a:pt x="877251" y="2064476"/>
                  </a:lnTo>
                  <a:lnTo>
                    <a:pt x="913803" y="2000291"/>
                  </a:lnTo>
                  <a:lnTo>
                    <a:pt x="950355" y="1936000"/>
                  </a:lnTo>
                  <a:lnTo>
                    <a:pt x="986907" y="1871957"/>
                  </a:lnTo>
                  <a:lnTo>
                    <a:pt x="1023459" y="1808518"/>
                  </a:lnTo>
                  <a:lnTo>
                    <a:pt x="1060011" y="1746036"/>
                  </a:lnTo>
                  <a:lnTo>
                    <a:pt x="1096563" y="1684865"/>
                  </a:lnTo>
                  <a:lnTo>
                    <a:pt x="1133116" y="1625362"/>
                  </a:lnTo>
                  <a:lnTo>
                    <a:pt x="1169668" y="1567879"/>
                  </a:lnTo>
                  <a:lnTo>
                    <a:pt x="1206220" y="1512772"/>
                  </a:lnTo>
                  <a:lnTo>
                    <a:pt x="1242772" y="1460090"/>
                  </a:lnTo>
                  <a:lnTo>
                    <a:pt x="1279324" y="1408799"/>
                  </a:lnTo>
                  <a:lnTo>
                    <a:pt x="1315876" y="1358726"/>
                  </a:lnTo>
                  <a:lnTo>
                    <a:pt x="1352428" y="1309813"/>
                  </a:lnTo>
                  <a:lnTo>
                    <a:pt x="1388980" y="1262001"/>
                  </a:lnTo>
                  <a:lnTo>
                    <a:pt x="1425533" y="1215233"/>
                  </a:lnTo>
                  <a:lnTo>
                    <a:pt x="1462085" y="1169450"/>
                  </a:lnTo>
                  <a:lnTo>
                    <a:pt x="1498637" y="1124594"/>
                  </a:lnTo>
                  <a:lnTo>
                    <a:pt x="1535189" y="1080606"/>
                  </a:lnTo>
                  <a:lnTo>
                    <a:pt x="1571741" y="1037429"/>
                  </a:lnTo>
                  <a:lnTo>
                    <a:pt x="1608293" y="995003"/>
                  </a:lnTo>
                  <a:lnTo>
                    <a:pt x="1644845" y="953272"/>
                  </a:lnTo>
                  <a:lnTo>
                    <a:pt x="1681398" y="912176"/>
                  </a:lnTo>
                  <a:lnTo>
                    <a:pt x="1717950" y="871658"/>
                  </a:lnTo>
                  <a:lnTo>
                    <a:pt x="1754502" y="831659"/>
                  </a:lnTo>
                  <a:lnTo>
                    <a:pt x="1791054" y="792120"/>
                  </a:lnTo>
                  <a:lnTo>
                    <a:pt x="1827606" y="752989"/>
                  </a:lnTo>
                  <a:lnTo>
                    <a:pt x="1864158" y="714462"/>
                  </a:lnTo>
                  <a:lnTo>
                    <a:pt x="1900710" y="676685"/>
                  </a:lnTo>
                  <a:lnTo>
                    <a:pt x="1937262" y="639683"/>
                  </a:lnTo>
                  <a:lnTo>
                    <a:pt x="1973815" y="603477"/>
                  </a:lnTo>
                  <a:lnTo>
                    <a:pt x="2010367" y="568090"/>
                  </a:lnTo>
                  <a:lnTo>
                    <a:pt x="2046919" y="533545"/>
                  </a:lnTo>
                  <a:lnTo>
                    <a:pt x="2083471" y="499865"/>
                  </a:lnTo>
                  <a:lnTo>
                    <a:pt x="2120023" y="467071"/>
                  </a:lnTo>
                  <a:lnTo>
                    <a:pt x="2156575" y="435187"/>
                  </a:lnTo>
                  <a:lnTo>
                    <a:pt x="2193127" y="404236"/>
                  </a:lnTo>
                  <a:lnTo>
                    <a:pt x="2229679" y="374240"/>
                  </a:lnTo>
                  <a:lnTo>
                    <a:pt x="2266232" y="345221"/>
                  </a:lnTo>
                  <a:lnTo>
                    <a:pt x="2302784" y="317204"/>
                  </a:lnTo>
                  <a:lnTo>
                    <a:pt x="2339336" y="290209"/>
                  </a:lnTo>
                  <a:lnTo>
                    <a:pt x="2375888" y="264260"/>
                  </a:lnTo>
                  <a:lnTo>
                    <a:pt x="2412440" y="239376"/>
                  </a:lnTo>
                  <a:lnTo>
                    <a:pt x="2448992" y="215445"/>
                  </a:lnTo>
                  <a:lnTo>
                    <a:pt x="2485544" y="192412"/>
                  </a:lnTo>
                  <a:lnTo>
                    <a:pt x="2522097" y="170282"/>
                  </a:lnTo>
                  <a:lnTo>
                    <a:pt x="2558649" y="149062"/>
                  </a:lnTo>
                  <a:lnTo>
                    <a:pt x="2595201" y="128758"/>
                  </a:lnTo>
                  <a:lnTo>
                    <a:pt x="2631753" y="109375"/>
                  </a:lnTo>
                  <a:lnTo>
                    <a:pt x="2668305" y="90919"/>
                  </a:lnTo>
                  <a:lnTo>
                    <a:pt x="2704857" y="73397"/>
                  </a:lnTo>
                  <a:lnTo>
                    <a:pt x="2741409" y="56815"/>
                  </a:lnTo>
                  <a:lnTo>
                    <a:pt x="2777961" y="41178"/>
                  </a:lnTo>
                  <a:lnTo>
                    <a:pt x="2814514" y="26492"/>
                  </a:lnTo>
                  <a:lnTo>
                    <a:pt x="2851066" y="12764"/>
                  </a:lnTo>
                  <a:lnTo>
                    <a:pt x="288761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2025-10-13T12:45:18Z</dcterms:modified>
  <cp:category/>
</cp:coreProperties>
</file>