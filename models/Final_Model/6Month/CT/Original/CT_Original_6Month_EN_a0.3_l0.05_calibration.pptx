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(N=2722, events=1037)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27783" y="537362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73916" y="53732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91478" y="52259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16522" y="50519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74547" y="481902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56238" y="430263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44592" y="37610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19925" y="32068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34882" y="252672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04847" y="217364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59793" y="2192884"/>
              <a:ext cx="2877063" cy="3242496"/>
            </a:xfrm>
            <a:custGeom>
              <a:avLst/>
              <a:pathLst>
                <a:path w="2877063" h="3242496">
                  <a:moveTo>
                    <a:pt x="0" y="3242496"/>
                  </a:moveTo>
                  <a:lnTo>
                    <a:pt x="36418" y="3226868"/>
                  </a:lnTo>
                  <a:lnTo>
                    <a:pt x="72837" y="3208042"/>
                  </a:lnTo>
                  <a:lnTo>
                    <a:pt x="109255" y="3186003"/>
                  </a:lnTo>
                  <a:lnTo>
                    <a:pt x="145674" y="3160738"/>
                  </a:lnTo>
                  <a:lnTo>
                    <a:pt x="182092" y="3132169"/>
                  </a:lnTo>
                  <a:lnTo>
                    <a:pt x="218511" y="3100353"/>
                  </a:lnTo>
                  <a:lnTo>
                    <a:pt x="254929" y="3065490"/>
                  </a:lnTo>
                  <a:lnTo>
                    <a:pt x="291348" y="3027468"/>
                  </a:lnTo>
                  <a:lnTo>
                    <a:pt x="327766" y="2985919"/>
                  </a:lnTo>
                  <a:lnTo>
                    <a:pt x="364185" y="2941340"/>
                  </a:lnTo>
                  <a:lnTo>
                    <a:pt x="400603" y="2893984"/>
                  </a:lnTo>
                  <a:lnTo>
                    <a:pt x="437022" y="2841115"/>
                  </a:lnTo>
                  <a:lnTo>
                    <a:pt x="473440" y="2783634"/>
                  </a:lnTo>
                  <a:lnTo>
                    <a:pt x="509859" y="2723756"/>
                  </a:lnTo>
                  <a:lnTo>
                    <a:pt x="546277" y="2663697"/>
                  </a:lnTo>
                  <a:lnTo>
                    <a:pt x="582696" y="2602780"/>
                  </a:lnTo>
                  <a:lnTo>
                    <a:pt x="619114" y="2539368"/>
                  </a:lnTo>
                  <a:lnTo>
                    <a:pt x="655533" y="2474449"/>
                  </a:lnTo>
                  <a:lnTo>
                    <a:pt x="691952" y="2409011"/>
                  </a:lnTo>
                  <a:lnTo>
                    <a:pt x="728370" y="2344044"/>
                  </a:lnTo>
                  <a:lnTo>
                    <a:pt x="764789" y="2280536"/>
                  </a:lnTo>
                  <a:lnTo>
                    <a:pt x="801207" y="2219478"/>
                  </a:lnTo>
                  <a:lnTo>
                    <a:pt x="837626" y="2161705"/>
                  </a:lnTo>
                  <a:lnTo>
                    <a:pt x="874044" y="2104713"/>
                  </a:lnTo>
                  <a:lnTo>
                    <a:pt x="910463" y="2047535"/>
                  </a:lnTo>
                  <a:lnTo>
                    <a:pt x="946881" y="1990492"/>
                  </a:lnTo>
                  <a:lnTo>
                    <a:pt x="983300" y="1933903"/>
                  </a:lnTo>
                  <a:lnTo>
                    <a:pt x="1019718" y="1878089"/>
                  </a:lnTo>
                  <a:lnTo>
                    <a:pt x="1056137" y="1823369"/>
                  </a:lnTo>
                  <a:lnTo>
                    <a:pt x="1092555" y="1770063"/>
                  </a:lnTo>
                  <a:lnTo>
                    <a:pt x="1128974" y="1718491"/>
                  </a:lnTo>
                  <a:lnTo>
                    <a:pt x="1165392" y="1668974"/>
                  </a:lnTo>
                  <a:lnTo>
                    <a:pt x="1201811" y="1621830"/>
                  </a:lnTo>
                  <a:lnTo>
                    <a:pt x="1238229" y="1577185"/>
                  </a:lnTo>
                  <a:lnTo>
                    <a:pt x="1274648" y="1534316"/>
                  </a:lnTo>
                  <a:lnTo>
                    <a:pt x="1311066" y="1492962"/>
                  </a:lnTo>
                  <a:lnTo>
                    <a:pt x="1347485" y="1452948"/>
                  </a:lnTo>
                  <a:lnTo>
                    <a:pt x="1383904" y="1414094"/>
                  </a:lnTo>
                  <a:lnTo>
                    <a:pt x="1420322" y="1376225"/>
                  </a:lnTo>
                  <a:lnTo>
                    <a:pt x="1456741" y="1339162"/>
                  </a:lnTo>
                  <a:lnTo>
                    <a:pt x="1493159" y="1302728"/>
                  </a:lnTo>
                  <a:lnTo>
                    <a:pt x="1529578" y="1266746"/>
                  </a:lnTo>
                  <a:lnTo>
                    <a:pt x="1565996" y="1231038"/>
                  </a:lnTo>
                  <a:lnTo>
                    <a:pt x="1602415" y="1195428"/>
                  </a:lnTo>
                  <a:lnTo>
                    <a:pt x="1638833" y="1159737"/>
                  </a:lnTo>
                  <a:lnTo>
                    <a:pt x="1675252" y="1123789"/>
                  </a:lnTo>
                  <a:lnTo>
                    <a:pt x="1711670" y="1087405"/>
                  </a:lnTo>
                  <a:lnTo>
                    <a:pt x="1748089" y="1050409"/>
                  </a:lnTo>
                  <a:lnTo>
                    <a:pt x="1784507" y="1012623"/>
                  </a:lnTo>
                  <a:lnTo>
                    <a:pt x="1820926" y="974299"/>
                  </a:lnTo>
                  <a:lnTo>
                    <a:pt x="1857344" y="936267"/>
                  </a:lnTo>
                  <a:lnTo>
                    <a:pt x="1893763" y="898556"/>
                  </a:lnTo>
                  <a:lnTo>
                    <a:pt x="1930181" y="861166"/>
                  </a:lnTo>
                  <a:lnTo>
                    <a:pt x="1966600" y="824096"/>
                  </a:lnTo>
                  <a:lnTo>
                    <a:pt x="2003018" y="787346"/>
                  </a:lnTo>
                  <a:lnTo>
                    <a:pt x="2039437" y="750915"/>
                  </a:lnTo>
                  <a:lnTo>
                    <a:pt x="2075856" y="714804"/>
                  </a:lnTo>
                  <a:lnTo>
                    <a:pt x="2112274" y="679010"/>
                  </a:lnTo>
                  <a:lnTo>
                    <a:pt x="2148693" y="643535"/>
                  </a:lnTo>
                  <a:lnTo>
                    <a:pt x="2185111" y="608377"/>
                  </a:lnTo>
                  <a:lnTo>
                    <a:pt x="2221530" y="573537"/>
                  </a:lnTo>
                  <a:lnTo>
                    <a:pt x="2257948" y="539014"/>
                  </a:lnTo>
                  <a:lnTo>
                    <a:pt x="2294367" y="504807"/>
                  </a:lnTo>
                  <a:lnTo>
                    <a:pt x="2330785" y="470916"/>
                  </a:lnTo>
                  <a:lnTo>
                    <a:pt x="2367204" y="437340"/>
                  </a:lnTo>
                  <a:lnTo>
                    <a:pt x="2403622" y="404080"/>
                  </a:lnTo>
                  <a:lnTo>
                    <a:pt x="2440041" y="371127"/>
                  </a:lnTo>
                  <a:lnTo>
                    <a:pt x="2476459" y="338474"/>
                  </a:lnTo>
                  <a:lnTo>
                    <a:pt x="2512878" y="306123"/>
                  </a:lnTo>
                  <a:lnTo>
                    <a:pt x="2549296" y="274077"/>
                  </a:lnTo>
                  <a:lnTo>
                    <a:pt x="2585715" y="242341"/>
                  </a:lnTo>
                  <a:lnTo>
                    <a:pt x="2622133" y="210918"/>
                  </a:lnTo>
                  <a:lnTo>
                    <a:pt x="2658552" y="179810"/>
                  </a:lnTo>
                  <a:lnTo>
                    <a:pt x="2694970" y="149023"/>
                  </a:lnTo>
                  <a:lnTo>
                    <a:pt x="2731389" y="118558"/>
                  </a:lnTo>
                  <a:lnTo>
                    <a:pt x="2767808" y="88420"/>
                  </a:lnTo>
                  <a:lnTo>
                    <a:pt x="2804226" y="58612"/>
                  </a:lnTo>
                  <a:lnTo>
                    <a:pt x="2840645" y="29137"/>
                  </a:lnTo>
                  <a:lnTo>
                    <a:pt x="2877063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2025-10-13T12:44:50Z</dcterms:modified>
  <cp:category/>
</cp:coreProperties>
</file>