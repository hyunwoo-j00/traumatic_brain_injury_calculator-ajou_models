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Calibration (external)</a:t>
            </a:r>
          </a:p>
        </p:txBody>
      </p:sp>
      <p:grpSp xmlns:pic="http://schemas.openxmlformats.org/drawingml/2006/picture">
        <p:nvGrpSpPr>
          <p:cNvPr id="3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4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4"/>
            <p:cNvSpPr/>
            <p:nvPr/>
          </p:nvSpPr>
          <p:spPr>
            <a:xfrm>
              <a:off x="2369493" y="1600200"/>
              <a:ext cx="4405012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5"/>
            <p:cNvSpPr/>
            <p:nvPr/>
          </p:nvSpPr>
          <p:spPr>
            <a:xfrm>
              <a:off x="2930145" y="5090346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6"/>
            <p:cNvSpPr/>
            <p:nvPr/>
          </p:nvSpPr>
          <p:spPr>
            <a:xfrm>
              <a:off x="2930145" y="4233881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7"/>
            <p:cNvSpPr/>
            <p:nvPr/>
          </p:nvSpPr>
          <p:spPr>
            <a:xfrm>
              <a:off x="2930145" y="3377416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8"/>
            <p:cNvSpPr/>
            <p:nvPr/>
          </p:nvSpPr>
          <p:spPr>
            <a:xfrm>
              <a:off x="2930145" y="2520952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9"/>
            <p:cNvSpPr/>
            <p:nvPr/>
          </p:nvSpPr>
          <p:spPr>
            <a:xfrm>
              <a:off x="3529671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0"/>
            <p:cNvSpPr/>
            <p:nvPr/>
          </p:nvSpPr>
          <p:spPr>
            <a:xfrm>
              <a:off x="4386135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1"/>
            <p:cNvSpPr/>
            <p:nvPr/>
          </p:nvSpPr>
          <p:spPr>
            <a:xfrm>
              <a:off x="5242600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2"/>
            <p:cNvSpPr/>
            <p:nvPr/>
          </p:nvSpPr>
          <p:spPr>
            <a:xfrm>
              <a:off x="6099065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3"/>
            <p:cNvSpPr/>
            <p:nvPr/>
          </p:nvSpPr>
          <p:spPr>
            <a:xfrm>
              <a:off x="2930145" y="5518579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4"/>
            <p:cNvSpPr/>
            <p:nvPr/>
          </p:nvSpPr>
          <p:spPr>
            <a:xfrm>
              <a:off x="2930145" y="4662114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5"/>
            <p:cNvSpPr/>
            <p:nvPr/>
          </p:nvSpPr>
          <p:spPr>
            <a:xfrm>
              <a:off x="2930145" y="3805649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6"/>
            <p:cNvSpPr/>
            <p:nvPr/>
          </p:nvSpPr>
          <p:spPr>
            <a:xfrm>
              <a:off x="2930145" y="2949184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7"/>
            <p:cNvSpPr/>
            <p:nvPr/>
          </p:nvSpPr>
          <p:spPr>
            <a:xfrm>
              <a:off x="2930145" y="2092719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8"/>
            <p:cNvSpPr/>
            <p:nvPr/>
          </p:nvSpPr>
          <p:spPr>
            <a:xfrm>
              <a:off x="3101438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19"/>
            <p:cNvSpPr/>
            <p:nvPr/>
          </p:nvSpPr>
          <p:spPr>
            <a:xfrm>
              <a:off x="3957903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0"/>
            <p:cNvSpPr/>
            <p:nvPr/>
          </p:nvSpPr>
          <p:spPr>
            <a:xfrm>
              <a:off x="4814368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1"/>
            <p:cNvSpPr/>
            <p:nvPr/>
          </p:nvSpPr>
          <p:spPr>
            <a:xfrm>
              <a:off x="5670833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2"/>
            <p:cNvSpPr/>
            <p:nvPr/>
          </p:nvSpPr>
          <p:spPr>
            <a:xfrm>
              <a:off x="6527297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3"/>
            <p:cNvSpPr/>
            <p:nvPr/>
          </p:nvSpPr>
          <p:spPr>
            <a:xfrm>
              <a:off x="2930145" y="1921426"/>
              <a:ext cx="3768445" cy="3768445"/>
            </a:xfrm>
            <a:custGeom>
              <a:avLst/>
              <a:pathLst>
                <a:path w="3768445" h="3768445">
                  <a:moveTo>
                    <a:pt x="0" y="3768445"/>
                  </a:move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5" name="pt24"/>
            <p:cNvSpPr/>
            <p:nvPr/>
          </p:nvSpPr>
          <p:spPr>
            <a:xfrm>
              <a:off x="3308073" y="5310883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t25"/>
            <p:cNvSpPr/>
            <p:nvPr/>
          </p:nvSpPr>
          <p:spPr>
            <a:xfrm>
              <a:off x="3470133" y="5047355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t26"/>
            <p:cNvSpPr/>
            <p:nvPr/>
          </p:nvSpPr>
          <p:spPr>
            <a:xfrm>
              <a:off x="3625322" y="4959513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t27"/>
            <p:cNvSpPr/>
            <p:nvPr/>
          </p:nvSpPr>
          <p:spPr>
            <a:xfrm>
              <a:off x="3870896" y="4675180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t28"/>
            <p:cNvSpPr/>
            <p:nvPr/>
          </p:nvSpPr>
          <p:spPr>
            <a:xfrm>
              <a:off x="4094373" y="3993245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t29"/>
            <p:cNvSpPr/>
            <p:nvPr/>
          </p:nvSpPr>
          <p:spPr>
            <a:xfrm>
              <a:off x="4384667" y="3466190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t30"/>
            <p:cNvSpPr/>
            <p:nvPr/>
          </p:nvSpPr>
          <p:spPr>
            <a:xfrm>
              <a:off x="4750269" y="3773639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t31"/>
            <p:cNvSpPr/>
            <p:nvPr/>
          </p:nvSpPr>
          <p:spPr>
            <a:xfrm>
              <a:off x="5121681" y="3466190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t32"/>
            <p:cNvSpPr/>
            <p:nvPr/>
          </p:nvSpPr>
          <p:spPr>
            <a:xfrm>
              <a:off x="5511860" y="3114819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t33"/>
            <p:cNvSpPr/>
            <p:nvPr/>
          </p:nvSpPr>
          <p:spPr>
            <a:xfrm>
              <a:off x="6016435" y="2236394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4"/>
            <p:cNvSpPr/>
            <p:nvPr/>
          </p:nvSpPr>
          <p:spPr>
            <a:xfrm>
              <a:off x="3340084" y="2270458"/>
              <a:ext cx="2708361" cy="3033342"/>
            </a:xfrm>
            <a:custGeom>
              <a:avLst/>
              <a:pathLst>
                <a:path w="2708361" h="3033342">
                  <a:moveTo>
                    <a:pt x="0" y="3033342"/>
                  </a:moveTo>
                  <a:lnTo>
                    <a:pt x="34283" y="3007730"/>
                  </a:lnTo>
                  <a:lnTo>
                    <a:pt x="68566" y="2979907"/>
                  </a:lnTo>
                  <a:lnTo>
                    <a:pt x="102849" y="2949817"/>
                  </a:lnTo>
                  <a:lnTo>
                    <a:pt x="137132" y="2917403"/>
                  </a:lnTo>
                  <a:lnTo>
                    <a:pt x="171415" y="2882601"/>
                  </a:lnTo>
                  <a:lnTo>
                    <a:pt x="205698" y="2845261"/>
                  </a:lnTo>
                  <a:lnTo>
                    <a:pt x="239981" y="2805485"/>
                  </a:lnTo>
                  <a:lnTo>
                    <a:pt x="274264" y="2763451"/>
                  </a:lnTo>
                  <a:lnTo>
                    <a:pt x="308547" y="2719339"/>
                  </a:lnTo>
                  <a:lnTo>
                    <a:pt x="342830" y="2673197"/>
                  </a:lnTo>
                  <a:lnTo>
                    <a:pt x="377113" y="2624806"/>
                  </a:lnTo>
                  <a:lnTo>
                    <a:pt x="411396" y="2574190"/>
                  </a:lnTo>
                  <a:lnTo>
                    <a:pt x="445679" y="2521389"/>
                  </a:lnTo>
                  <a:lnTo>
                    <a:pt x="479962" y="2466441"/>
                  </a:lnTo>
                  <a:lnTo>
                    <a:pt x="514245" y="2409385"/>
                  </a:lnTo>
                  <a:lnTo>
                    <a:pt x="548528" y="2350260"/>
                  </a:lnTo>
                  <a:lnTo>
                    <a:pt x="582811" y="2286982"/>
                  </a:lnTo>
                  <a:lnTo>
                    <a:pt x="617094" y="2212262"/>
                  </a:lnTo>
                  <a:lnTo>
                    <a:pt x="651378" y="2129598"/>
                  </a:lnTo>
                  <a:lnTo>
                    <a:pt x="685661" y="2043712"/>
                  </a:lnTo>
                  <a:lnTo>
                    <a:pt x="719944" y="1959322"/>
                  </a:lnTo>
                  <a:lnTo>
                    <a:pt x="754227" y="1881150"/>
                  </a:lnTo>
                  <a:lnTo>
                    <a:pt x="788510" y="1813882"/>
                  </a:lnTo>
                  <a:lnTo>
                    <a:pt x="822793" y="1752665"/>
                  </a:lnTo>
                  <a:lnTo>
                    <a:pt x="857076" y="1692125"/>
                  </a:lnTo>
                  <a:lnTo>
                    <a:pt x="891359" y="1633283"/>
                  </a:lnTo>
                  <a:lnTo>
                    <a:pt x="925642" y="1577156"/>
                  </a:lnTo>
                  <a:lnTo>
                    <a:pt x="959925" y="1524764"/>
                  </a:lnTo>
                  <a:lnTo>
                    <a:pt x="994208" y="1477126"/>
                  </a:lnTo>
                  <a:lnTo>
                    <a:pt x="1028491" y="1435259"/>
                  </a:lnTo>
                  <a:lnTo>
                    <a:pt x="1062774" y="1400185"/>
                  </a:lnTo>
                  <a:lnTo>
                    <a:pt x="1097057" y="1373296"/>
                  </a:lnTo>
                  <a:lnTo>
                    <a:pt x="1131340" y="1355955"/>
                  </a:lnTo>
                  <a:lnTo>
                    <a:pt x="1165623" y="1346564"/>
                  </a:lnTo>
                  <a:lnTo>
                    <a:pt x="1199906" y="1343273"/>
                  </a:lnTo>
                  <a:lnTo>
                    <a:pt x="1234189" y="1344234"/>
                  </a:lnTo>
                  <a:lnTo>
                    <a:pt x="1268473" y="1347599"/>
                  </a:lnTo>
                  <a:lnTo>
                    <a:pt x="1302756" y="1351520"/>
                  </a:lnTo>
                  <a:lnTo>
                    <a:pt x="1337039" y="1354149"/>
                  </a:lnTo>
                  <a:lnTo>
                    <a:pt x="1371322" y="1353636"/>
                  </a:lnTo>
                  <a:lnTo>
                    <a:pt x="1405605" y="1348134"/>
                  </a:lnTo>
                  <a:lnTo>
                    <a:pt x="1439888" y="1335795"/>
                  </a:lnTo>
                  <a:lnTo>
                    <a:pt x="1474171" y="1321854"/>
                  </a:lnTo>
                  <a:lnTo>
                    <a:pt x="1508454" y="1313840"/>
                  </a:lnTo>
                  <a:lnTo>
                    <a:pt x="1542737" y="1310279"/>
                  </a:lnTo>
                  <a:lnTo>
                    <a:pt x="1577020" y="1309659"/>
                  </a:lnTo>
                  <a:lnTo>
                    <a:pt x="1611303" y="1310472"/>
                  </a:lnTo>
                  <a:lnTo>
                    <a:pt x="1645586" y="1311205"/>
                  </a:lnTo>
                  <a:lnTo>
                    <a:pt x="1679869" y="1310349"/>
                  </a:lnTo>
                  <a:lnTo>
                    <a:pt x="1714152" y="1306392"/>
                  </a:lnTo>
                  <a:lnTo>
                    <a:pt x="1748435" y="1297824"/>
                  </a:lnTo>
                  <a:lnTo>
                    <a:pt x="1782718" y="1283135"/>
                  </a:lnTo>
                  <a:lnTo>
                    <a:pt x="1817001" y="1260850"/>
                  </a:lnTo>
                  <a:lnTo>
                    <a:pt x="1851284" y="1234184"/>
                  </a:lnTo>
                  <a:lnTo>
                    <a:pt x="1885567" y="1205949"/>
                  </a:lnTo>
                  <a:lnTo>
                    <a:pt x="1919851" y="1176105"/>
                  </a:lnTo>
                  <a:lnTo>
                    <a:pt x="1954134" y="1144614"/>
                  </a:lnTo>
                  <a:lnTo>
                    <a:pt x="1988417" y="1111435"/>
                  </a:lnTo>
                  <a:lnTo>
                    <a:pt x="2022700" y="1076529"/>
                  </a:lnTo>
                  <a:lnTo>
                    <a:pt x="2056983" y="1039857"/>
                  </a:lnTo>
                  <a:lnTo>
                    <a:pt x="2091266" y="1001380"/>
                  </a:lnTo>
                  <a:lnTo>
                    <a:pt x="2125549" y="961058"/>
                  </a:lnTo>
                  <a:lnTo>
                    <a:pt x="2159832" y="918852"/>
                  </a:lnTo>
                  <a:lnTo>
                    <a:pt x="2194115" y="874722"/>
                  </a:lnTo>
                  <a:lnTo>
                    <a:pt x="2228398" y="828691"/>
                  </a:lnTo>
                  <a:lnTo>
                    <a:pt x="2262681" y="780902"/>
                  </a:lnTo>
                  <a:lnTo>
                    <a:pt x="2296964" y="731363"/>
                  </a:lnTo>
                  <a:lnTo>
                    <a:pt x="2331247" y="680074"/>
                  </a:lnTo>
                  <a:lnTo>
                    <a:pt x="2365530" y="627032"/>
                  </a:lnTo>
                  <a:lnTo>
                    <a:pt x="2399813" y="572238"/>
                  </a:lnTo>
                  <a:lnTo>
                    <a:pt x="2434096" y="515689"/>
                  </a:lnTo>
                  <a:lnTo>
                    <a:pt x="2468379" y="457384"/>
                  </a:lnTo>
                  <a:lnTo>
                    <a:pt x="2502662" y="397323"/>
                  </a:lnTo>
                  <a:lnTo>
                    <a:pt x="2536946" y="335504"/>
                  </a:lnTo>
                  <a:lnTo>
                    <a:pt x="2571229" y="271926"/>
                  </a:lnTo>
                  <a:lnTo>
                    <a:pt x="2605512" y="206587"/>
                  </a:lnTo>
                  <a:lnTo>
                    <a:pt x="2639795" y="139488"/>
                  </a:lnTo>
                  <a:lnTo>
                    <a:pt x="2674078" y="70625"/>
                  </a:lnTo>
                  <a:lnTo>
                    <a:pt x="2708361" y="0"/>
                  </a:lnTo>
                </a:path>
              </a:pathLst>
            </a:custGeom>
            <a:ln w="29565" cap="flat">
              <a:solidFill>
                <a:srgbClr val="3366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tx35"/>
            <p:cNvSpPr/>
            <p:nvPr/>
          </p:nvSpPr>
          <p:spPr>
            <a:xfrm>
              <a:off x="2624530" y="5473097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37" name="tx36"/>
            <p:cNvSpPr/>
            <p:nvPr/>
          </p:nvSpPr>
          <p:spPr>
            <a:xfrm>
              <a:off x="2624530" y="4616632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38" name="tx37"/>
            <p:cNvSpPr/>
            <p:nvPr/>
          </p:nvSpPr>
          <p:spPr>
            <a:xfrm>
              <a:off x="2624530" y="3760167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39" name="tx38"/>
            <p:cNvSpPr/>
            <p:nvPr/>
          </p:nvSpPr>
          <p:spPr>
            <a:xfrm>
              <a:off x="2624530" y="2903702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40" name="tx39"/>
            <p:cNvSpPr/>
            <p:nvPr/>
          </p:nvSpPr>
          <p:spPr>
            <a:xfrm>
              <a:off x="2624530" y="2047237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41" name="tx40"/>
            <p:cNvSpPr/>
            <p:nvPr/>
          </p:nvSpPr>
          <p:spPr>
            <a:xfrm>
              <a:off x="2982792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42" name="tx41"/>
            <p:cNvSpPr/>
            <p:nvPr/>
          </p:nvSpPr>
          <p:spPr>
            <a:xfrm>
              <a:off x="3839257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43" name="tx42"/>
            <p:cNvSpPr/>
            <p:nvPr/>
          </p:nvSpPr>
          <p:spPr>
            <a:xfrm>
              <a:off x="4695722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44" name="tx43"/>
            <p:cNvSpPr/>
            <p:nvPr/>
          </p:nvSpPr>
          <p:spPr>
            <a:xfrm>
              <a:off x="5552187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45" name="tx44"/>
            <p:cNvSpPr/>
            <p:nvPr/>
          </p:nvSpPr>
          <p:spPr>
            <a:xfrm>
              <a:off x="6408652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46" name="tx45"/>
            <p:cNvSpPr/>
            <p:nvPr/>
          </p:nvSpPr>
          <p:spPr>
            <a:xfrm>
              <a:off x="4123954" y="5877011"/>
              <a:ext cx="1380827" cy="1411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Predicted probability</a:t>
              </a:r>
            </a:p>
          </p:txBody>
        </p:sp>
        <p:sp>
          <p:nvSpPr>
            <p:cNvPr id="47" name="tx46"/>
            <p:cNvSpPr/>
            <p:nvPr/>
          </p:nvSpPr>
          <p:spPr>
            <a:xfrm rot="-5400000">
              <a:off x="1807643" y="3749206"/>
              <a:ext cx="1380827" cy="1128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Observed event rate</a:t>
              </a:r>
            </a:p>
          </p:txBody>
        </p:sp>
        <p:sp>
          <p:nvSpPr>
            <p:cNvPr id="48" name="tx47"/>
            <p:cNvSpPr/>
            <p:nvPr/>
          </p:nvSpPr>
          <p:spPr>
            <a:xfrm>
              <a:off x="2930145" y="1635395"/>
              <a:ext cx="1697444" cy="1716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Calibration (external)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2025-10-13T12:56:43Z</dcterms:modified>
  <cp:category/>
</cp:coreProperties>
</file>