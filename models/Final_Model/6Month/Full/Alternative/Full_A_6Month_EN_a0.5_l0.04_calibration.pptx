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(N=2722, events=1037)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74674" y="538617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13095" y="537321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36221" y="534802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95052" y="503314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86405" y="478124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97239" y="425225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40858" y="393737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72543" y="30935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31195" y="246375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95836" y="214855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06684" y="2154659"/>
              <a:ext cx="2921162" cy="3300571"/>
            </a:xfrm>
            <a:custGeom>
              <a:avLst/>
              <a:pathLst>
                <a:path w="2921162" h="3300571">
                  <a:moveTo>
                    <a:pt x="0" y="3300571"/>
                  </a:moveTo>
                  <a:lnTo>
                    <a:pt x="36976" y="3286520"/>
                  </a:lnTo>
                  <a:lnTo>
                    <a:pt x="73953" y="3269499"/>
                  </a:lnTo>
                  <a:lnTo>
                    <a:pt x="110930" y="3249427"/>
                  </a:lnTo>
                  <a:lnTo>
                    <a:pt x="147906" y="3226220"/>
                  </a:lnTo>
                  <a:lnTo>
                    <a:pt x="184883" y="3199750"/>
                  </a:lnTo>
                  <a:lnTo>
                    <a:pt x="221860" y="3170242"/>
                  </a:lnTo>
                  <a:lnTo>
                    <a:pt x="258837" y="3138016"/>
                  </a:lnTo>
                  <a:lnTo>
                    <a:pt x="295813" y="3102852"/>
                  </a:lnTo>
                  <a:lnTo>
                    <a:pt x="332790" y="3064407"/>
                  </a:lnTo>
                  <a:lnTo>
                    <a:pt x="369767" y="3023077"/>
                  </a:lnTo>
                  <a:lnTo>
                    <a:pt x="406744" y="2979264"/>
                  </a:lnTo>
                  <a:lnTo>
                    <a:pt x="443720" y="2932267"/>
                  </a:lnTo>
                  <a:lnTo>
                    <a:pt x="480697" y="2879189"/>
                  </a:lnTo>
                  <a:lnTo>
                    <a:pt x="517674" y="2821707"/>
                  </a:lnTo>
                  <a:lnTo>
                    <a:pt x="554651" y="2761916"/>
                  </a:lnTo>
                  <a:lnTo>
                    <a:pt x="591627" y="2701908"/>
                  </a:lnTo>
                  <a:lnTo>
                    <a:pt x="628604" y="2643062"/>
                  </a:lnTo>
                  <a:lnTo>
                    <a:pt x="665581" y="2582071"/>
                  </a:lnTo>
                  <a:lnTo>
                    <a:pt x="702557" y="2519287"/>
                  </a:lnTo>
                  <a:lnTo>
                    <a:pt x="739534" y="2456038"/>
                  </a:lnTo>
                  <a:lnTo>
                    <a:pt x="776511" y="2393652"/>
                  </a:lnTo>
                  <a:lnTo>
                    <a:pt x="813488" y="2333458"/>
                  </a:lnTo>
                  <a:lnTo>
                    <a:pt x="850464" y="2276784"/>
                  </a:lnTo>
                  <a:lnTo>
                    <a:pt x="887441" y="2224957"/>
                  </a:lnTo>
                  <a:lnTo>
                    <a:pt x="924418" y="2179300"/>
                  </a:lnTo>
                  <a:lnTo>
                    <a:pt x="961395" y="2138488"/>
                  </a:lnTo>
                  <a:lnTo>
                    <a:pt x="998371" y="2100314"/>
                  </a:lnTo>
                  <a:lnTo>
                    <a:pt x="1035348" y="2064176"/>
                  </a:lnTo>
                  <a:lnTo>
                    <a:pt x="1072325" y="2029472"/>
                  </a:lnTo>
                  <a:lnTo>
                    <a:pt x="1109302" y="1995599"/>
                  </a:lnTo>
                  <a:lnTo>
                    <a:pt x="1146278" y="1961956"/>
                  </a:lnTo>
                  <a:lnTo>
                    <a:pt x="1183255" y="1927941"/>
                  </a:lnTo>
                  <a:lnTo>
                    <a:pt x="1220232" y="1892952"/>
                  </a:lnTo>
                  <a:lnTo>
                    <a:pt x="1257208" y="1856385"/>
                  </a:lnTo>
                  <a:lnTo>
                    <a:pt x="1294185" y="1817640"/>
                  </a:lnTo>
                  <a:lnTo>
                    <a:pt x="1331162" y="1776114"/>
                  </a:lnTo>
                  <a:lnTo>
                    <a:pt x="1368139" y="1731208"/>
                  </a:lnTo>
                  <a:lnTo>
                    <a:pt x="1405115" y="1683777"/>
                  </a:lnTo>
                  <a:lnTo>
                    <a:pt x="1442092" y="1635002"/>
                  </a:lnTo>
                  <a:lnTo>
                    <a:pt x="1479069" y="1585135"/>
                  </a:lnTo>
                  <a:lnTo>
                    <a:pt x="1516046" y="1534427"/>
                  </a:lnTo>
                  <a:lnTo>
                    <a:pt x="1553022" y="1483128"/>
                  </a:lnTo>
                  <a:lnTo>
                    <a:pt x="1589999" y="1431489"/>
                  </a:lnTo>
                  <a:lnTo>
                    <a:pt x="1626976" y="1379762"/>
                  </a:lnTo>
                  <a:lnTo>
                    <a:pt x="1663953" y="1328198"/>
                  </a:lnTo>
                  <a:lnTo>
                    <a:pt x="1700929" y="1277047"/>
                  </a:lnTo>
                  <a:lnTo>
                    <a:pt x="1737906" y="1226560"/>
                  </a:lnTo>
                  <a:lnTo>
                    <a:pt x="1774883" y="1176988"/>
                  </a:lnTo>
                  <a:lnTo>
                    <a:pt x="1811859" y="1128583"/>
                  </a:lnTo>
                  <a:lnTo>
                    <a:pt x="1848836" y="1081595"/>
                  </a:lnTo>
                  <a:lnTo>
                    <a:pt x="1885813" y="1036275"/>
                  </a:lnTo>
                  <a:lnTo>
                    <a:pt x="1922790" y="992371"/>
                  </a:lnTo>
                  <a:lnTo>
                    <a:pt x="1959766" y="948465"/>
                  </a:lnTo>
                  <a:lnTo>
                    <a:pt x="1996743" y="904538"/>
                  </a:lnTo>
                  <a:lnTo>
                    <a:pt x="2033720" y="860688"/>
                  </a:lnTo>
                  <a:lnTo>
                    <a:pt x="2070697" y="817009"/>
                  </a:lnTo>
                  <a:lnTo>
                    <a:pt x="2107673" y="773599"/>
                  </a:lnTo>
                  <a:lnTo>
                    <a:pt x="2144650" y="730554"/>
                  </a:lnTo>
                  <a:lnTo>
                    <a:pt x="2181627" y="687971"/>
                  </a:lnTo>
                  <a:lnTo>
                    <a:pt x="2218604" y="645945"/>
                  </a:lnTo>
                  <a:lnTo>
                    <a:pt x="2255580" y="604574"/>
                  </a:lnTo>
                  <a:lnTo>
                    <a:pt x="2292557" y="563953"/>
                  </a:lnTo>
                  <a:lnTo>
                    <a:pt x="2329534" y="524179"/>
                  </a:lnTo>
                  <a:lnTo>
                    <a:pt x="2366511" y="485348"/>
                  </a:lnTo>
                  <a:lnTo>
                    <a:pt x="2403487" y="447558"/>
                  </a:lnTo>
                  <a:lnTo>
                    <a:pt x="2440464" y="410903"/>
                  </a:lnTo>
                  <a:lnTo>
                    <a:pt x="2477441" y="375366"/>
                  </a:lnTo>
                  <a:lnTo>
                    <a:pt x="2514417" y="340473"/>
                  </a:lnTo>
                  <a:lnTo>
                    <a:pt x="2551394" y="306178"/>
                  </a:lnTo>
                  <a:lnTo>
                    <a:pt x="2588371" y="272498"/>
                  </a:lnTo>
                  <a:lnTo>
                    <a:pt x="2625348" y="239451"/>
                  </a:lnTo>
                  <a:lnTo>
                    <a:pt x="2662324" y="207054"/>
                  </a:lnTo>
                  <a:lnTo>
                    <a:pt x="2699301" y="175326"/>
                  </a:lnTo>
                  <a:lnTo>
                    <a:pt x="2736278" y="144285"/>
                  </a:lnTo>
                  <a:lnTo>
                    <a:pt x="2773255" y="113948"/>
                  </a:lnTo>
                  <a:lnTo>
                    <a:pt x="2810231" y="84333"/>
                  </a:lnTo>
                  <a:lnTo>
                    <a:pt x="2847208" y="55458"/>
                  </a:lnTo>
                  <a:lnTo>
                    <a:pt x="2884185" y="27341"/>
                  </a:lnTo>
                  <a:lnTo>
                    <a:pt x="2921162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2025-10-13T12:51:48Z</dcterms:modified>
  <cp:category/>
</cp:coreProperties>
</file>