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Train (N=2178, events=830)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72608" y="542370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5685" y="536084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47117" y="532941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708668" y="501294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897216" y="466939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205756" y="4370807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629167" y="3892044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158569" y="314504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22546" y="248501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190441" y="2123569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04619" y="2137817"/>
              <a:ext cx="2917832" cy="3362336"/>
            </a:xfrm>
            <a:custGeom>
              <a:avLst/>
              <a:pathLst>
                <a:path w="2917832" h="3362336">
                  <a:moveTo>
                    <a:pt x="0" y="3362336"/>
                  </a:moveTo>
                  <a:lnTo>
                    <a:pt x="36934" y="3334430"/>
                  </a:lnTo>
                  <a:lnTo>
                    <a:pt x="73869" y="3304812"/>
                  </a:lnTo>
                  <a:lnTo>
                    <a:pt x="110803" y="3273328"/>
                  </a:lnTo>
                  <a:lnTo>
                    <a:pt x="147738" y="3239822"/>
                  </a:lnTo>
                  <a:lnTo>
                    <a:pt x="184672" y="3203983"/>
                  </a:lnTo>
                  <a:lnTo>
                    <a:pt x="221607" y="3166131"/>
                  </a:lnTo>
                  <a:lnTo>
                    <a:pt x="258542" y="3126888"/>
                  </a:lnTo>
                  <a:lnTo>
                    <a:pt x="295476" y="3086458"/>
                  </a:lnTo>
                  <a:lnTo>
                    <a:pt x="332411" y="3043614"/>
                  </a:lnTo>
                  <a:lnTo>
                    <a:pt x="369345" y="2998914"/>
                  </a:lnTo>
                  <a:lnTo>
                    <a:pt x="406280" y="2953157"/>
                  </a:lnTo>
                  <a:lnTo>
                    <a:pt x="443215" y="2906950"/>
                  </a:lnTo>
                  <a:lnTo>
                    <a:pt x="480149" y="2854866"/>
                  </a:lnTo>
                  <a:lnTo>
                    <a:pt x="517084" y="2796940"/>
                  </a:lnTo>
                  <a:lnTo>
                    <a:pt x="554018" y="2736967"/>
                  </a:lnTo>
                  <a:lnTo>
                    <a:pt x="590953" y="2678744"/>
                  </a:lnTo>
                  <a:lnTo>
                    <a:pt x="627888" y="2626026"/>
                  </a:lnTo>
                  <a:lnTo>
                    <a:pt x="664822" y="2576218"/>
                  </a:lnTo>
                  <a:lnTo>
                    <a:pt x="701757" y="2526071"/>
                  </a:lnTo>
                  <a:lnTo>
                    <a:pt x="738691" y="2475946"/>
                  </a:lnTo>
                  <a:lnTo>
                    <a:pt x="775626" y="2426203"/>
                  </a:lnTo>
                  <a:lnTo>
                    <a:pt x="812561" y="2377202"/>
                  </a:lnTo>
                  <a:lnTo>
                    <a:pt x="849495" y="2329302"/>
                  </a:lnTo>
                  <a:lnTo>
                    <a:pt x="886430" y="2282865"/>
                  </a:lnTo>
                  <a:lnTo>
                    <a:pt x="923364" y="2238250"/>
                  </a:lnTo>
                  <a:lnTo>
                    <a:pt x="960299" y="2195821"/>
                  </a:lnTo>
                  <a:lnTo>
                    <a:pt x="997234" y="2155518"/>
                  </a:lnTo>
                  <a:lnTo>
                    <a:pt x="1034168" y="2116855"/>
                  </a:lnTo>
                  <a:lnTo>
                    <a:pt x="1071103" y="2079338"/>
                  </a:lnTo>
                  <a:lnTo>
                    <a:pt x="1108037" y="2042473"/>
                  </a:lnTo>
                  <a:lnTo>
                    <a:pt x="1144972" y="2005765"/>
                  </a:lnTo>
                  <a:lnTo>
                    <a:pt x="1181906" y="1968718"/>
                  </a:lnTo>
                  <a:lnTo>
                    <a:pt x="1218841" y="1930839"/>
                  </a:lnTo>
                  <a:lnTo>
                    <a:pt x="1255776" y="1891631"/>
                  </a:lnTo>
                  <a:lnTo>
                    <a:pt x="1292710" y="1850601"/>
                  </a:lnTo>
                  <a:lnTo>
                    <a:pt x="1329645" y="1807253"/>
                  </a:lnTo>
                  <a:lnTo>
                    <a:pt x="1366579" y="1761151"/>
                  </a:lnTo>
                  <a:lnTo>
                    <a:pt x="1403514" y="1713105"/>
                  </a:lnTo>
                  <a:lnTo>
                    <a:pt x="1440449" y="1663722"/>
                  </a:lnTo>
                  <a:lnTo>
                    <a:pt x="1477383" y="1613260"/>
                  </a:lnTo>
                  <a:lnTo>
                    <a:pt x="1514318" y="1561974"/>
                  </a:lnTo>
                  <a:lnTo>
                    <a:pt x="1551252" y="1510119"/>
                  </a:lnTo>
                  <a:lnTo>
                    <a:pt x="1588187" y="1457953"/>
                  </a:lnTo>
                  <a:lnTo>
                    <a:pt x="1625122" y="1405731"/>
                  </a:lnTo>
                  <a:lnTo>
                    <a:pt x="1662056" y="1353708"/>
                  </a:lnTo>
                  <a:lnTo>
                    <a:pt x="1698991" y="1302142"/>
                  </a:lnTo>
                  <a:lnTo>
                    <a:pt x="1735925" y="1251287"/>
                  </a:lnTo>
                  <a:lnTo>
                    <a:pt x="1772860" y="1201400"/>
                  </a:lnTo>
                  <a:lnTo>
                    <a:pt x="1809795" y="1152736"/>
                  </a:lnTo>
                  <a:lnTo>
                    <a:pt x="1846729" y="1105552"/>
                  </a:lnTo>
                  <a:lnTo>
                    <a:pt x="1883664" y="1060103"/>
                  </a:lnTo>
                  <a:lnTo>
                    <a:pt x="1920598" y="1015750"/>
                  </a:lnTo>
                  <a:lnTo>
                    <a:pt x="1957533" y="971486"/>
                  </a:lnTo>
                  <a:lnTo>
                    <a:pt x="1994468" y="927372"/>
                  </a:lnTo>
                  <a:lnTo>
                    <a:pt x="2031402" y="883469"/>
                  </a:lnTo>
                  <a:lnTo>
                    <a:pt x="2068337" y="839839"/>
                  </a:lnTo>
                  <a:lnTo>
                    <a:pt x="2105271" y="796545"/>
                  </a:lnTo>
                  <a:lnTo>
                    <a:pt x="2142206" y="753648"/>
                  </a:lnTo>
                  <a:lnTo>
                    <a:pt x="2179141" y="711210"/>
                  </a:lnTo>
                  <a:lnTo>
                    <a:pt x="2216075" y="669294"/>
                  </a:lnTo>
                  <a:lnTo>
                    <a:pt x="2253010" y="627962"/>
                  </a:lnTo>
                  <a:lnTo>
                    <a:pt x="2289944" y="587276"/>
                  </a:lnTo>
                  <a:lnTo>
                    <a:pt x="2326879" y="547297"/>
                  </a:lnTo>
                  <a:lnTo>
                    <a:pt x="2363813" y="508089"/>
                  </a:lnTo>
                  <a:lnTo>
                    <a:pt x="2400748" y="469713"/>
                  </a:lnTo>
                  <a:lnTo>
                    <a:pt x="2437683" y="432231"/>
                  </a:lnTo>
                  <a:lnTo>
                    <a:pt x="2474617" y="395598"/>
                  </a:lnTo>
                  <a:lnTo>
                    <a:pt x="2511552" y="359509"/>
                  </a:lnTo>
                  <a:lnTo>
                    <a:pt x="2548486" y="323948"/>
                  </a:lnTo>
                  <a:lnTo>
                    <a:pt x="2585421" y="288929"/>
                  </a:lnTo>
                  <a:lnTo>
                    <a:pt x="2622356" y="254462"/>
                  </a:lnTo>
                  <a:lnTo>
                    <a:pt x="2659290" y="220558"/>
                  </a:lnTo>
                  <a:lnTo>
                    <a:pt x="2696225" y="187231"/>
                  </a:lnTo>
                  <a:lnTo>
                    <a:pt x="2733159" y="154490"/>
                  </a:lnTo>
                  <a:lnTo>
                    <a:pt x="2770094" y="122348"/>
                  </a:lnTo>
                  <a:lnTo>
                    <a:pt x="2807029" y="90816"/>
                  </a:lnTo>
                  <a:lnTo>
                    <a:pt x="2843963" y="59907"/>
                  </a:lnTo>
                  <a:lnTo>
                    <a:pt x="2880898" y="29631"/>
                  </a:lnTo>
                  <a:lnTo>
                    <a:pt x="2917832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6348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(Train)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Calibration: Test (N=544, events=207)</a:t>
            </a:r>
          </a:p>
        </p:txBody>
      </p:sp>
      <p:grpSp xmlns:pic="http://schemas.openxmlformats.org/drawingml/2006/picture">
        <p:nvGrpSpPr>
          <p:cNvPr id="3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4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4"/>
            <p:cNvSpPr/>
            <p:nvPr/>
          </p:nvSpPr>
          <p:spPr>
            <a:xfrm>
              <a:off x="2369493" y="1600200"/>
              <a:ext cx="4405012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pl5"/>
            <p:cNvSpPr/>
            <p:nvPr/>
          </p:nvSpPr>
          <p:spPr>
            <a:xfrm>
              <a:off x="2930145" y="509034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6"/>
            <p:cNvSpPr/>
            <p:nvPr/>
          </p:nvSpPr>
          <p:spPr>
            <a:xfrm>
              <a:off x="2930145" y="4233881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7"/>
            <p:cNvSpPr/>
            <p:nvPr/>
          </p:nvSpPr>
          <p:spPr>
            <a:xfrm>
              <a:off x="2930145" y="3377416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8"/>
            <p:cNvSpPr/>
            <p:nvPr/>
          </p:nvSpPr>
          <p:spPr>
            <a:xfrm>
              <a:off x="2930145" y="2520952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9"/>
            <p:cNvSpPr/>
            <p:nvPr/>
          </p:nvSpPr>
          <p:spPr>
            <a:xfrm>
              <a:off x="3529671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0"/>
            <p:cNvSpPr/>
            <p:nvPr/>
          </p:nvSpPr>
          <p:spPr>
            <a:xfrm>
              <a:off x="438613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1"/>
            <p:cNvSpPr/>
            <p:nvPr/>
          </p:nvSpPr>
          <p:spPr>
            <a:xfrm>
              <a:off x="5242600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2"/>
            <p:cNvSpPr/>
            <p:nvPr/>
          </p:nvSpPr>
          <p:spPr>
            <a:xfrm>
              <a:off x="6099065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7391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3"/>
            <p:cNvSpPr/>
            <p:nvPr/>
          </p:nvSpPr>
          <p:spPr>
            <a:xfrm>
              <a:off x="2930145" y="551857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4"/>
            <p:cNvSpPr/>
            <p:nvPr/>
          </p:nvSpPr>
          <p:spPr>
            <a:xfrm>
              <a:off x="2930145" y="466211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5"/>
            <p:cNvSpPr/>
            <p:nvPr/>
          </p:nvSpPr>
          <p:spPr>
            <a:xfrm>
              <a:off x="2930145" y="380564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6"/>
            <p:cNvSpPr/>
            <p:nvPr/>
          </p:nvSpPr>
          <p:spPr>
            <a:xfrm>
              <a:off x="2930145" y="2949184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7"/>
            <p:cNvSpPr/>
            <p:nvPr/>
          </p:nvSpPr>
          <p:spPr>
            <a:xfrm>
              <a:off x="2930145" y="2092719"/>
              <a:ext cx="3768445" cy="0"/>
            </a:xfrm>
            <a:custGeom>
              <a:avLst/>
              <a:pathLst>
                <a:path w="3768445" h="0">
                  <a:moveTo>
                    <a:pt x="0" y="0"/>
                  </a:moveTo>
                  <a:lnTo>
                    <a:pt x="3768445" y="0"/>
                  </a:ln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8"/>
            <p:cNvSpPr/>
            <p:nvPr/>
          </p:nvSpPr>
          <p:spPr>
            <a:xfrm>
              <a:off x="310143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19"/>
            <p:cNvSpPr/>
            <p:nvPr/>
          </p:nvSpPr>
          <p:spPr>
            <a:xfrm>
              <a:off x="395790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0"/>
            <p:cNvSpPr/>
            <p:nvPr/>
          </p:nvSpPr>
          <p:spPr>
            <a:xfrm>
              <a:off x="4814368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1"/>
            <p:cNvSpPr/>
            <p:nvPr/>
          </p:nvSpPr>
          <p:spPr>
            <a:xfrm>
              <a:off x="5670833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2"/>
            <p:cNvSpPr/>
            <p:nvPr/>
          </p:nvSpPr>
          <p:spPr>
            <a:xfrm>
              <a:off x="6527297" y="1921426"/>
              <a:ext cx="0" cy="3768445"/>
            </a:xfrm>
            <a:custGeom>
              <a:avLst/>
              <a:pathLst>
                <a:path w="0" h="3768445">
                  <a:moveTo>
                    <a:pt x="0" y="376844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4782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3"/>
            <p:cNvSpPr/>
            <p:nvPr/>
          </p:nvSpPr>
          <p:spPr>
            <a:xfrm>
              <a:off x="2930145" y="1921426"/>
              <a:ext cx="3768445" cy="3768445"/>
            </a:xfrm>
            <a:custGeom>
              <a:avLst/>
              <a:pathLst>
                <a:path w="3768445" h="3768445">
                  <a:moveTo>
                    <a:pt x="0" y="3768445"/>
                  </a:moveTo>
                  <a:lnTo>
                    <a:pt x="3768445" y="0"/>
                  </a:lnTo>
                </a:path>
              </a:pathLst>
            </a:custGeom>
            <a:ln w="14782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t24"/>
            <p:cNvSpPr/>
            <p:nvPr/>
          </p:nvSpPr>
          <p:spPr>
            <a:xfrm>
              <a:off x="3283190" y="523741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5"/>
            <p:cNvSpPr/>
            <p:nvPr/>
          </p:nvSpPr>
          <p:spPr>
            <a:xfrm>
              <a:off x="3413407" y="542312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6"/>
            <p:cNvSpPr/>
            <p:nvPr/>
          </p:nvSpPr>
          <p:spPr>
            <a:xfrm>
              <a:off x="3517066" y="5359685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7"/>
            <p:cNvSpPr/>
            <p:nvPr/>
          </p:nvSpPr>
          <p:spPr>
            <a:xfrm>
              <a:off x="3678608" y="5361991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8"/>
            <p:cNvSpPr/>
            <p:nvPr/>
          </p:nvSpPr>
          <p:spPr>
            <a:xfrm>
              <a:off x="3902054" y="485215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29"/>
            <p:cNvSpPr/>
            <p:nvPr/>
          </p:nvSpPr>
          <p:spPr>
            <a:xfrm>
              <a:off x="4190300" y="409084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0"/>
            <p:cNvSpPr/>
            <p:nvPr/>
          </p:nvSpPr>
          <p:spPr>
            <a:xfrm>
              <a:off x="4703863" y="3804783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1"/>
            <p:cNvSpPr/>
            <p:nvPr/>
          </p:nvSpPr>
          <p:spPr>
            <a:xfrm>
              <a:off x="5215552" y="3075778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2"/>
            <p:cNvSpPr/>
            <p:nvPr/>
          </p:nvSpPr>
          <p:spPr>
            <a:xfrm>
              <a:off x="5763063" y="2441360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3"/>
            <p:cNvSpPr/>
            <p:nvPr/>
          </p:nvSpPr>
          <p:spPr>
            <a:xfrm>
              <a:off x="6218719" y="2185286"/>
              <a:ext cx="64020" cy="64020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  <a:ln w="9818" cap="rnd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4"/>
            <p:cNvSpPr/>
            <p:nvPr/>
          </p:nvSpPr>
          <p:spPr>
            <a:xfrm>
              <a:off x="3315200" y="2176664"/>
              <a:ext cx="2935529" cy="3247513"/>
            </a:xfrm>
            <a:custGeom>
              <a:avLst/>
              <a:pathLst>
                <a:path w="2935529" h="3247513">
                  <a:moveTo>
                    <a:pt x="0" y="3121550"/>
                  </a:moveTo>
                  <a:lnTo>
                    <a:pt x="37158" y="3162310"/>
                  </a:lnTo>
                  <a:lnTo>
                    <a:pt x="74317" y="3195286"/>
                  </a:lnTo>
                  <a:lnTo>
                    <a:pt x="111475" y="3220353"/>
                  </a:lnTo>
                  <a:lnTo>
                    <a:pt x="148634" y="3237374"/>
                  </a:lnTo>
                  <a:lnTo>
                    <a:pt x="185792" y="3246321"/>
                  </a:lnTo>
                  <a:lnTo>
                    <a:pt x="222951" y="3247513"/>
                  </a:lnTo>
                  <a:lnTo>
                    <a:pt x="260110" y="3240995"/>
                  </a:lnTo>
                  <a:lnTo>
                    <a:pt x="297268" y="3226264"/>
                  </a:lnTo>
                  <a:lnTo>
                    <a:pt x="334427" y="3203669"/>
                  </a:lnTo>
                  <a:lnTo>
                    <a:pt x="371585" y="3173610"/>
                  </a:lnTo>
                  <a:lnTo>
                    <a:pt x="408744" y="3136300"/>
                  </a:lnTo>
                  <a:lnTo>
                    <a:pt x="445903" y="3090123"/>
                  </a:lnTo>
                  <a:lnTo>
                    <a:pt x="483061" y="3035259"/>
                  </a:lnTo>
                  <a:lnTo>
                    <a:pt x="520220" y="2972521"/>
                  </a:lnTo>
                  <a:lnTo>
                    <a:pt x="557378" y="2902723"/>
                  </a:lnTo>
                  <a:lnTo>
                    <a:pt x="594537" y="2826678"/>
                  </a:lnTo>
                  <a:lnTo>
                    <a:pt x="631696" y="2744824"/>
                  </a:lnTo>
                  <a:lnTo>
                    <a:pt x="668854" y="2654334"/>
                  </a:lnTo>
                  <a:lnTo>
                    <a:pt x="706013" y="2557577"/>
                  </a:lnTo>
                  <a:lnTo>
                    <a:pt x="743171" y="2458492"/>
                  </a:lnTo>
                  <a:lnTo>
                    <a:pt x="780330" y="2361022"/>
                  </a:lnTo>
                  <a:lnTo>
                    <a:pt x="817489" y="2269108"/>
                  </a:lnTo>
                  <a:lnTo>
                    <a:pt x="854647" y="2186693"/>
                  </a:lnTo>
                  <a:lnTo>
                    <a:pt x="891806" y="2117718"/>
                  </a:lnTo>
                  <a:lnTo>
                    <a:pt x="928964" y="2063405"/>
                  </a:lnTo>
                  <a:lnTo>
                    <a:pt x="966123" y="2014153"/>
                  </a:lnTo>
                  <a:lnTo>
                    <a:pt x="1003282" y="1968266"/>
                  </a:lnTo>
                  <a:lnTo>
                    <a:pt x="1040440" y="1925254"/>
                  </a:lnTo>
                  <a:lnTo>
                    <a:pt x="1077599" y="1884628"/>
                  </a:lnTo>
                  <a:lnTo>
                    <a:pt x="1114757" y="1845898"/>
                  </a:lnTo>
                  <a:lnTo>
                    <a:pt x="1151916" y="1808576"/>
                  </a:lnTo>
                  <a:lnTo>
                    <a:pt x="1189075" y="1772171"/>
                  </a:lnTo>
                  <a:lnTo>
                    <a:pt x="1226233" y="1736195"/>
                  </a:lnTo>
                  <a:lnTo>
                    <a:pt x="1263392" y="1700158"/>
                  </a:lnTo>
                  <a:lnTo>
                    <a:pt x="1300550" y="1663572"/>
                  </a:lnTo>
                  <a:lnTo>
                    <a:pt x="1337709" y="1625946"/>
                  </a:lnTo>
                  <a:lnTo>
                    <a:pt x="1374868" y="1586792"/>
                  </a:lnTo>
                  <a:lnTo>
                    <a:pt x="1412026" y="1545620"/>
                  </a:lnTo>
                  <a:lnTo>
                    <a:pt x="1449185" y="1502785"/>
                  </a:lnTo>
                  <a:lnTo>
                    <a:pt x="1486343" y="1460001"/>
                  </a:lnTo>
                  <a:lnTo>
                    <a:pt x="1523502" y="1417348"/>
                  </a:lnTo>
                  <a:lnTo>
                    <a:pt x="1560661" y="1374836"/>
                  </a:lnTo>
                  <a:lnTo>
                    <a:pt x="1597819" y="1332473"/>
                  </a:lnTo>
                  <a:lnTo>
                    <a:pt x="1634978" y="1290268"/>
                  </a:lnTo>
                  <a:lnTo>
                    <a:pt x="1672136" y="1248228"/>
                  </a:lnTo>
                  <a:lnTo>
                    <a:pt x="1709295" y="1206363"/>
                  </a:lnTo>
                  <a:lnTo>
                    <a:pt x="1746454" y="1164680"/>
                  </a:lnTo>
                  <a:lnTo>
                    <a:pt x="1783612" y="1123189"/>
                  </a:lnTo>
                  <a:lnTo>
                    <a:pt x="1820771" y="1081898"/>
                  </a:lnTo>
                  <a:lnTo>
                    <a:pt x="1857929" y="1040815"/>
                  </a:lnTo>
                  <a:lnTo>
                    <a:pt x="1895088" y="999949"/>
                  </a:lnTo>
                  <a:lnTo>
                    <a:pt x="1932247" y="959309"/>
                  </a:lnTo>
                  <a:lnTo>
                    <a:pt x="1969405" y="918692"/>
                  </a:lnTo>
                  <a:lnTo>
                    <a:pt x="2006564" y="877946"/>
                  </a:lnTo>
                  <a:lnTo>
                    <a:pt x="2043722" y="837155"/>
                  </a:lnTo>
                  <a:lnTo>
                    <a:pt x="2080881" y="796405"/>
                  </a:lnTo>
                  <a:lnTo>
                    <a:pt x="2118040" y="755781"/>
                  </a:lnTo>
                  <a:lnTo>
                    <a:pt x="2155198" y="715367"/>
                  </a:lnTo>
                  <a:lnTo>
                    <a:pt x="2192357" y="675248"/>
                  </a:lnTo>
                  <a:lnTo>
                    <a:pt x="2229515" y="635509"/>
                  </a:lnTo>
                  <a:lnTo>
                    <a:pt x="2266674" y="596236"/>
                  </a:lnTo>
                  <a:lnTo>
                    <a:pt x="2303833" y="557512"/>
                  </a:lnTo>
                  <a:lnTo>
                    <a:pt x="2340991" y="519423"/>
                  </a:lnTo>
                  <a:lnTo>
                    <a:pt x="2378150" y="482054"/>
                  </a:lnTo>
                  <a:lnTo>
                    <a:pt x="2415308" y="445489"/>
                  </a:lnTo>
                  <a:lnTo>
                    <a:pt x="2452467" y="409814"/>
                  </a:lnTo>
                  <a:lnTo>
                    <a:pt x="2489626" y="375093"/>
                  </a:lnTo>
                  <a:lnTo>
                    <a:pt x="2526784" y="340968"/>
                  </a:lnTo>
                  <a:lnTo>
                    <a:pt x="2563943" y="307298"/>
                  </a:lnTo>
                  <a:lnTo>
                    <a:pt x="2601101" y="274104"/>
                  </a:lnTo>
                  <a:lnTo>
                    <a:pt x="2638260" y="241406"/>
                  </a:lnTo>
                  <a:lnTo>
                    <a:pt x="2675419" y="209222"/>
                  </a:lnTo>
                  <a:lnTo>
                    <a:pt x="2712577" y="177572"/>
                  </a:lnTo>
                  <a:lnTo>
                    <a:pt x="2749736" y="146477"/>
                  </a:lnTo>
                  <a:lnTo>
                    <a:pt x="2786894" y="115955"/>
                  </a:lnTo>
                  <a:lnTo>
                    <a:pt x="2824053" y="86027"/>
                  </a:lnTo>
                  <a:lnTo>
                    <a:pt x="2861212" y="56712"/>
                  </a:lnTo>
                  <a:lnTo>
                    <a:pt x="2898370" y="28029"/>
                  </a:lnTo>
                  <a:lnTo>
                    <a:pt x="2935529" y="0"/>
                  </a:lnTo>
                </a:path>
              </a:pathLst>
            </a:custGeom>
            <a:ln w="29565" cap="flat">
              <a:solidFill>
                <a:srgbClr val="3366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tx35"/>
            <p:cNvSpPr/>
            <p:nvPr/>
          </p:nvSpPr>
          <p:spPr>
            <a:xfrm>
              <a:off x="2624530" y="547309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37" name="tx36"/>
            <p:cNvSpPr/>
            <p:nvPr/>
          </p:nvSpPr>
          <p:spPr>
            <a:xfrm>
              <a:off x="2624530" y="461663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38" name="tx37"/>
            <p:cNvSpPr/>
            <p:nvPr/>
          </p:nvSpPr>
          <p:spPr>
            <a:xfrm>
              <a:off x="2624530" y="376016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39" name="tx38"/>
            <p:cNvSpPr/>
            <p:nvPr/>
          </p:nvSpPr>
          <p:spPr>
            <a:xfrm>
              <a:off x="2624530" y="2903702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0" name="tx39"/>
            <p:cNvSpPr/>
            <p:nvPr/>
          </p:nvSpPr>
          <p:spPr>
            <a:xfrm>
              <a:off x="2624530" y="2047237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1" name="tx40"/>
            <p:cNvSpPr/>
            <p:nvPr/>
          </p:nvSpPr>
          <p:spPr>
            <a:xfrm>
              <a:off x="298279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0.00</a:t>
              </a:r>
            </a:p>
          </p:txBody>
        </p:sp>
        <p:sp>
          <p:nvSpPr>
            <p:cNvPr id="42" name="tx41"/>
            <p:cNvSpPr/>
            <p:nvPr/>
          </p:nvSpPr>
          <p:spPr>
            <a:xfrm>
              <a:off x="383925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0.25</a:t>
              </a:r>
            </a:p>
          </p:txBody>
        </p:sp>
        <p:sp>
          <p:nvSpPr>
            <p:cNvPr id="43" name="tx42"/>
            <p:cNvSpPr/>
            <p:nvPr/>
          </p:nvSpPr>
          <p:spPr>
            <a:xfrm>
              <a:off x="469572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0.50</a:t>
              </a:r>
            </a:p>
          </p:txBody>
        </p:sp>
        <p:sp>
          <p:nvSpPr>
            <p:cNvPr id="44" name="tx43"/>
            <p:cNvSpPr/>
            <p:nvPr/>
          </p:nvSpPr>
          <p:spPr>
            <a:xfrm>
              <a:off x="5552187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0.75</a:t>
              </a:r>
            </a:p>
          </p:txBody>
        </p:sp>
        <p:sp>
          <p:nvSpPr>
            <p:cNvPr id="45" name="tx44"/>
            <p:cNvSpPr/>
            <p:nvPr/>
          </p:nvSpPr>
          <p:spPr>
            <a:xfrm>
              <a:off x="6408652" y="5756350"/>
              <a:ext cx="237291" cy="891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1.00</a:t>
              </a:r>
            </a:p>
          </p:txBody>
        </p:sp>
        <p:sp>
          <p:nvSpPr>
            <p:cNvPr id="46" name="tx45"/>
            <p:cNvSpPr/>
            <p:nvPr/>
          </p:nvSpPr>
          <p:spPr>
            <a:xfrm>
              <a:off x="4123954" y="5877011"/>
              <a:ext cx="1380827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Predicted probability</a:t>
              </a:r>
            </a:p>
          </p:txBody>
        </p:sp>
        <p:sp>
          <p:nvSpPr>
            <p:cNvPr id="47" name="tx46"/>
            <p:cNvSpPr/>
            <p:nvPr/>
          </p:nvSpPr>
          <p:spPr>
            <a:xfrm rot="-5400000">
              <a:off x="1807643" y="3749206"/>
              <a:ext cx="1380827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Observed event rate</a:t>
              </a:r>
            </a:p>
          </p:txBody>
        </p:sp>
        <p:sp>
          <p:nvSpPr>
            <p:cNvPr id="48" name="tx47"/>
            <p:cNvSpPr/>
            <p:nvPr/>
          </p:nvSpPr>
          <p:spPr>
            <a:xfrm>
              <a:off x="2930145" y="1635395"/>
              <a:ext cx="1402496" cy="17162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Calibration (Test)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2025-10-13T12:52:23Z</dcterms:modified>
  <cp:category/>
</cp:coreProperties>
</file>