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1601" y="53610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3007" y="538580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4799" y="53102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95588" y="510871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8168" y="47686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5379" y="42774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69882" y="38492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43829" y="31312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70000" y="24889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20675" y="21360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3611" y="2159789"/>
              <a:ext cx="2919073" cy="3264550"/>
            </a:xfrm>
            <a:custGeom>
              <a:avLst/>
              <a:pathLst>
                <a:path w="2919073" h="3264550">
                  <a:moveTo>
                    <a:pt x="0" y="3264550"/>
                  </a:moveTo>
                  <a:lnTo>
                    <a:pt x="36950" y="3260697"/>
                  </a:lnTo>
                  <a:lnTo>
                    <a:pt x="73900" y="3252441"/>
                  </a:lnTo>
                  <a:lnTo>
                    <a:pt x="110850" y="3239717"/>
                  </a:lnTo>
                  <a:lnTo>
                    <a:pt x="147801" y="3222457"/>
                  </a:lnTo>
                  <a:lnTo>
                    <a:pt x="184751" y="3200479"/>
                  </a:lnTo>
                  <a:lnTo>
                    <a:pt x="221701" y="3174002"/>
                  </a:lnTo>
                  <a:lnTo>
                    <a:pt x="258652" y="3143414"/>
                  </a:lnTo>
                  <a:lnTo>
                    <a:pt x="295602" y="3108456"/>
                  </a:lnTo>
                  <a:lnTo>
                    <a:pt x="332552" y="3068690"/>
                  </a:lnTo>
                  <a:lnTo>
                    <a:pt x="369502" y="3024820"/>
                  </a:lnTo>
                  <a:lnTo>
                    <a:pt x="406453" y="2977175"/>
                  </a:lnTo>
                  <a:lnTo>
                    <a:pt x="443403" y="2922079"/>
                  </a:lnTo>
                  <a:lnTo>
                    <a:pt x="480353" y="2860325"/>
                  </a:lnTo>
                  <a:lnTo>
                    <a:pt x="517304" y="2794317"/>
                  </a:lnTo>
                  <a:lnTo>
                    <a:pt x="554254" y="2726459"/>
                  </a:lnTo>
                  <a:lnTo>
                    <a:pt x="591204" y="2659100"/>
                  </a:lnTo>
                  <a:lnTo>
                    <a:pt x="628155" y="2590195"/>
                  </a:lnTo>
                  <a:lnTo>
                    <a:pt x="665105" y="2518968"/>
                  </a:lnTo>
                  <a:lnTo>
                    <a:pt x="702055" y="2447291"/>
                  </a:lnTo>
                  <a:lnTo>
                    <a:pt x="739005" y="2377038"/>
                  </a:lnTo>
                  <a:lnTo>
                    <a:pt x="775956" y="2310081"/>
                  </a:lnTo>
                  <a:lnTo>
                    <a:pt x="812906" y="2248293"/>
                  </a:lnTo>
                  <a:lnTo>
                    <a:pt x="849856" y="2193452"/>
                  </a:lnTo>
                  <a:lnTo>
                    <a:pt x="886807" y="2142527"/>
                  </a:lnTo>
                  <a:lnTo>
                    <a:pt x="923757" y="2093118"/>
                  </a:lnTo>
                  <a:lnTo>
                    <a:pt x="960707" y="2045014"/>
                  </a:lnTo>
                  <a:lnTo>
                    <a:pt x="997658" y="1998001"/>
                  </a:lnTo>
                  <a:lnTo>
                    <a:pt x="1034608" y="1951868"/>
                  </a:lnTo>
                  <a:lnTo>
                    <a:pt x="1071558" y="1906403"/>
                  </a:lnTo>
                  <a:lnTo>
                    <a:pt x="1108508" y="1861392"/>
                  </a:lnTo>
                  <a:lnTo>
                    <a:pt x="1145459" y="1816624"/>
                  </a:lnTo>
                  <a:lnTo>
                    <a:pt x="1182409" y="1771886"/>
                  </a:lnTo>
                  <a:lnTo>
                    <a:pt x="1219359" y="1726966"/>
                  </a:lnTo>
                  <a:lnTo>
                    <a:pt x="1256310" y="1681652"/>
                  </a:lnTo>
                  <a:lnTo>
                    <a:pt x="1293260" y="1636079"/>
                  </a:lnTo>
                  <a:lnTo>
                    <a:pt x="1330210" y="1591202"/>
                  </a:lnTo>
                  <a:lnTo>
                    <a:pt x="1367161" y="1547037"/>
                  </a:lnTo>
                  <a:lnTo>
                    <a:pt x="1404111" y="1503526"/>
                  </a:lnTo>
                  <a:lnTo>
                    <a:pt x="1441061" y="1460607"/>
                  </a:lnTo>
                  <a:lnTo>
                    <a:pt x="1478011" y="1418221"/>
                  </a:lnTo>
                  <a:lnTo>
                    <a:pt x="1514962" y="1376306"/>
                  </a:lnTo>
                  <a:lnTo>
                    <a:pt x="1551912" y="1334804"/>
                  </a:lnTo>
                  <a:lnTo>
                    <a:pt x="1588862" y="1293653"/>
                  </a:lnTo>
                  <a:lnTo>
                    <a:pt x="1625813" y="1252794"/>
                  </a:lnTo>
                  <a:lnTo>
                    <a:pt x="1662763" y="1212166"/>
                  </a:lnTo>
                  <a:lnTo>
                    <a:pt x="1699713" y="1171709"/>
                  </a:lnTo>
                  <a:lnTo>
                    <a:pt x="1736664" y="1131363"/>
                  </a:lnTo>
                  <a:lnTo>
                    <a:pt x="1773614" y="1091067"/>
                  </a:lnTo>
                  <a:lnTo>
                    <a:pt x="1810564" y="1050762"/>
                  </a:lnTo>
                  <a:lnTo>
                    <a:pt x="1847514" y="1010390"/>
                  </a:lnTo>
                  <a:lnTo>
                    <a:pt x="1884465" y="970103"/>
                  </a:lnTo>
                  <a:lnTo>
                    <a:pt x="1921415" y="930030"/>
                  </a:lnTo>
                  <a:lnTo>
                    <a:pt x="1958365" y="890195"/>
                  </a:lnTo>
                  <a:lnTo>
                    <a:pt x="1995316" y="850625"/>
                  </a:lnTo>
                  <a:lnTo>
                    <a:pt x="2032266" y="811345"/>
                  </a:lnTo>
                  <a:lnTo>
                    <a:pt x="2069216" y="772379"/>
                  </a:lnTo>
                  <a:lnTo>
                    <a:pt x="2106167" y="733755"/>
                  </a:lnTo>
                  <a:lnTo>
                    <a:pt x="2143117" y="695497"/>
                  </a:lnTo>
                  <a:lnTo>
                    <a:pt x="2180067" y="657630"/>
                  </a:lnTo>
                  <a:lnTo>
                    <a:pt x="2217017" y="620180"/>
                  </a:lnTo>
                  <a:lnTo>
                    <a:pt x="2253968" y="583172"/>
                  </a:lnTo>
                  <a:lnTo>
                    <a:pt x="2290918" y="546632"/>
                  </a:lnTo>
                  <a:lnTo>
                    <a:pt x="2327868" y="510586"/>
                  </a:lnTo>
                  <a:lnTo>
                    <a:pt x="2364819" y="475058"/>
                  </a:lnTo>
                  <a:lnTo>
                    <a:pt x="2401769" y="440074"/>
                  </a:lnTo>
                  <a:lnTo>
                    <a:pt x="2438719" y="405660"/>
                  </a:lnTo>
                  <a:lnTo>
                    <a:pt x="2475670" y="371836"/>
                  </a:lnTo>
                  <a:lnTo>
                    <a:pt x="2512620" y="338486"/>
                  </a:lnTo>
                  <a:lnTo>
                    <a:pt x="2549570" y="305548"/>
                  </a:lnTo>
                  <a:lnTo>
                    <a:pt x="2586520" y="273029"/>
                  </a:lnTo>
                  <a:lnTo>
                    <a:pt x="2623471" y="240932"/>
                  </a:lnTo>
                  <a:lnTo>
                    <a:pt x="2660421" y="209264"/>
                  </a:lnTo>
                  <a:lnTo>
                    <a:pt x="2697371" y="178028"/>
                  </a:lnTo>
                  <a:lnTo>
                    <a:pt x="2734322" y="147231"/>
                  </a:lnTo>
                  <a:lnTo>
                    <a:pt x="2771272" y="116878"/>
                  </a:lnTo>
                  <a:lnTo>
                    <a:pt x="2808222" y="86973"/>
                  </a:lnTo>
                  <a:lnTo>
                    <a:pt x="2845173" y="57521"/>
                  </a:lnTo>
                  <a:lnTo>
                    <a:pt x="2882123" y="28528"/>
                  </a:lnTo>
                  <a:lnTo>
                    <a:pt x="291907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2025-10-13T12:49:30Z</dcterms:modified>
  <cp:category/>
</cp:coreProperties>
</file>