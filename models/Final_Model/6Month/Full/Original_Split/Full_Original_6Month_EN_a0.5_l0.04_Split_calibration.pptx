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(N=2178, events=830)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6948" y="53922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4272" y="53765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67584" y="531370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08885" y="50760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96931" y="47636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52116" y="418222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75591" y="39867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30910" y="31450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59811" y="24535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14480" y="212356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28958" y="2134093"/>
              <a:ext cx="2917532" cy="3306954"/>
            </a:xfrm>
            <a:custGeom>
              <a:avLst/>
              <a:pathLst>
                <a:path w="2917532" h="3306954">
                  <a:moveTo>
                    <a:pt x="0" y="3306954"/>
                  </a:moveTo>
                  <a:lnTo>
                    <a:pt x="36930" y="3302780"/>
                  </a:lnTo>
                  <a:lnTo>
                    <a:pt x="73861" y="3294044"/>
                  </a:lnTo>
                  <a:lnTo>
                    <a:pt x="110792" y="3280723"/>
                  </a:lnTo>
                  <a:lnTo>
                    <a:pt x="147723" y="3262794"/>
                  </a:lnTo>
                  <a:lnTo>
                    <a:pt x="184653" y="3240161"/>
                  </a:lnTo>
                  <a:lnTo>
                    <a:pt x="221584" y="3212888"/>
                  </a:lnTo>
                  <a:lnTo>
                    <a:pt x="258515" y="3181187"/>
                  </a:lnTo>
                  <a:lnTo>
                    <a:pt x="295446" y="3145069"/>
                  </a:lnTo>
                  <a:lnTo>
                    <a:pt x="332377" y="3104165"/>
                  </a:lnTo>
                  <a:lnTo>
                    <a:pt x="369307" y="3058753"/>
                  </a:lnTo>
                  <a:lnTo>
                    <a:pt x="406238" y="3009160"/>
                  </a:lnTo>
                  <a:lnTo>
                    <a:pt x="443169" y="2954267"/>
                  </a:lnTo>
                  <a:lnTo>
                    <a:pt x="480100" y="2892590"/>
                  </a:lnTo>
                  <a:lnTo>
                    <a:pt x="517031" y="2825700"/>
                  </a:lnTo>
                  <a:lnTo>
                    <a:pt x="553961" y="2755219"/>
                  </a:lnTo>
                  <a:lnTo>
                    <a:pt x="590892" y="2682772"/>
                  </a:lnTo>
                  <a:lnTo>
                    <a:pt x="627823" y="2608685"/>
                  </a:lnTo>
                  <a:lnTo>
                    <a:pt x="664754" y="2531914"/>
                  </a:lnTo>
                  <a:lnTo>
                    <a:pt x="701685" y="2454831"/>
                  </a:lnTo>
                  <a:lnTo>
                    <a:pt x="738615" y="2379957"/>
                  </a:lnTo>
                  <a:lnTo>
                    <a:pt x="775546" y="2309810"/>
                  </a:lnTo>
                  <a:lnTo>
                    <a:pt x="812477" y="2246912"/>
                  </a:lnTo>
                  <a:lnTo>
                    <a:pt x="849408" y="2193782"/>
                  </a:lnTo>
                  <a:lnTo>
                    <a:pt x="886339" y="2149475"/>
                  </a:lnTo>
                  <a:lnTo>
                    <a:pt x="923269" y="2108565"/>
                  </a:lnTo>
                  <a:lnTo>
                    <a:pt x="960200" y="2070288"/>
                  </a:lnTo>
                  <a:lnTo>
                    <a:pt x="997131" y="2033985"/>
                  </a:lnTo>
                  <a:lnTo>
                    <a:pt x="1034062" y="1998997"/>
                  </a:lnTo>
                  <a:lnTo>
                    <a:pt x="1070993" y="1964667"/>
                  </a:lnTo>
                  <a:lnTo>
                    <a:pt x="1107923" y="1930335"/>
                  </a:lnTo>
                  <a:lnTo>
                    <a:pt x="1144854" y="1895342"/>
                  </a:lnTo>
                  <a:lnTo>
                    <a:pt x="1181785" y="1859030"/>
                  </a:lnTo>
                  <a:lnTo>
                    <a:pt x="1218716" y="1820740"/>
                  </a:lnTo>
                  <a:lnTo>
                    <a:pt x="1255646" y="1779814"/>
                  </a:lnTo>
                  <a:lnTo>
                    <a:pt x="1292577" y="1735872"/>
                  </a:lnTo>
                  <a:lnTo>
                    <a:pt x="1329508" y="1691350"/>
                  </a:lnTo>
                  <a:lnTo>
                    <a:pt x="1366439" y="1646964"/>
                  </a:lnTo>
                  <a:lnTo>
                    <a:pt x="1403370" y="1602713"/>
                  </a:lnTo>
                  <a:lnTo>
                    <a:pt x="1440300" y="1558596"/>
                  </a:lnTo>
                  <a:lnTo>
                    <a:pt x="1477231" y="1514610"/>
                  </a:lnTo>
                  <a:lnTo>
                    <a:pt x="1514162" y="1470753"/>
                  </a:lnTo>
                  <a:lnTo>
                    <a:pt x="1551093" y="1427025"/>
                  </a:lnTo>
                  <a:lnTo>
                    <a:pt x="1588024" y="1383424"/>
                  </a:lnTo>
                  <a:lnTo>
                    <a:pt x="1624954" y="1339947"/>
                  </a:lnTo>
                  <a:lnTo>
                    <a:pt x="1661885" y="1296593"/>
                  </a:lnTo>
                  <a:lnTo>
                    <a:pt x="1698816" y="1253360"/>
                  </a:lnTo>
                  <a:lnTo>
                    <a:pt x="1735747" y="1210247"/>
                  </a:lnTo>
                  <a:lnTo>
                    <a:pt x="1772678" y="1167252"/>
                  </a:lnTo>
                  <a:lnTo>
                    <a:pt x="1809608" y="1124373"/>
                  </a:lnTo>
                  <a:lnTo>
                    <a:pt x="1846539" y="1081586"/>
                  </a:lnTo>
                  <a:lnTo>
                    <a:pt x="1883470" y="1038626"/>
                  </a:lnTo>
                  <a:lnTo>
                    <a:pt x="1920401" y="995486"/>
                  </a:lnTo>
                  <a:lnTo>
                    <a:pt x="1957332" y="952252"/>
                  </a:lnTo>
                  <a:lnTo>
                    <a:pt x="1994262" y="909008"/>
                  </a:lnTo>
                  <a:lnTo>
                    <a:pt x="2031193" y="865841"/>
                  </a:lnTo>
                  <a:lnTo>
                    <a:pt x="2068124" y="822836"/>
                  </a:lnTo>
                  <a:lnTo>
                    <a:pt x="2105055" y="780078"/>
                  </a:lnTo>
                  <a:lnTo>
                    <a:pt x="2141986" y="737653"/>
                  </a:lnTo>
                  <a:lnTo>
                    <a:pt x="2178916" y="695646"/>
                  </a:lnTo>
                  <a:lnTo>
                    <a:pt x="2215847" y="654142"/>
                  </a:lnTo>
                  <a:lnTo>
                    <a:pt x="2252778" y="613228"/>
                  </a:lnTo>
                  <a:lnTo>
                    <a:pt x="2289709" y="572988"/>
                  </a:lnTo>
                  <a:lnTo>
                    <a:pt x="2326640" y="533508"/>
                  </a:lnTo>
                  <a:lnTo>
                    <a:pt x="2363570" y="494874"/>
                  </a:lnTo>
                  <a:lnTo>
                    <a:pt x="2400501" y="457170"/>
                  </a:lnTo>
                  <a:lnTo>
                    <a:pt x="2437432" y="420483"/>
                  </a:lnTo>
                  <a:lnTo>
                    <a:pt x="2474363" y="384863"/>
                  </a:lnTo>
                  <a:lnTo>
                    <a:pt x="2511293" y="349868"/>
                  </a:lnTo>
                  <a:lnTo>
                    <a:pt x="2548224" y="315350"/>
                  </a:lnTo>
                  <a:lnTo>
                    <a:pt x="2585155" y="281326"/>
                  </a:lnTo>
                  <a:lnTo>
                    <a:pt x="2622086" y="247813"/>
                  </a:lnTo>
                  <a:lnTo>
                    <a:pt x="2659017" y="214825"/>
                  </a:lnTo>
                  <a:lnTo>
                    <a:pt x="2695947" y="182379"/>
                  </a:lnTo>
                  <a:lnTo>
                    <a:pt x="2732878" y="150493"/>
                  </a:lnTo>
                  <a:lnTo>
                    <a:pt x="2769809" y="119180"/>
                  </a:lnTo>
                  <a:lnTo>
                    <a:pt x="2806740" y="88459"/>
                  </a:lnTo>
                  <a:lnTo>
                    <a:pt x="2843671" y="58344"/>
                  </a:lnTo>
                  <a:lnTo>
                    <a:pt x="2880601" y="28852"/>
                  </a:lnTo>
                  <a:lnTo>
                    <a:pt x="291753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(N=544, events=207)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11662" y="52374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26553" y="54231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50766" y="523280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74282" y="529970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74843" y="49790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44527" y="447149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67530" y="34933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05730" y="30757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99332" y="24413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47650" y="218528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43672" y="2210106"/>
              <a:ext cx="2935988" cy="3151032"/>
            </a:xfrm>
            <a:custGeom>
              <a:avLst/>
              <a:pathLst>
                <a:path w="2935988" h="3151032">
                  <a:moveTo>
                    <a:pt x="0" y="3101038"/>
                  </a:moveTo>
                  <a:lnTo>
                    <a:pt x="37164" y="3121738"/>
                  </a:lnTo>
                  <a:lnTo>
                    <a:pt x="74328" y="3137009"/>
                  </a:lnTo>
                  <a:lnTo>
                    <a:pt x="111493" y="3146791"/>
                  </a:lnTo>
                  <a:lnTo>
                    <a:pt x="148657" y="3151032"/>
                  </a:lnTo>
                  <a:lnTo>
                    <a:pt x="185822" y="3149779"/>
                  </a:lnTo>
                  <a:lnTo>
                    <a:pt x="222986" y="3143128"/>
                  </a:lnTo>
                  <a:lnTo>
                    <a:pt x="260150" y="3131019"/>
                  </a:lnTo>
                  <a:lnTo>
                    <a:pt x="297315" y="3113010"/>
                  </a:lnTo>
                  <a:lnTo>
                    <a:pt x="334479" y="3089582"/>
                  </a:lnTo>
                  <a:lnTo>
                    <a:pt x="371644" y="3061232"/>
                  </a:lnTo>
                  <a:lnTo>
                    <a:pt x="408808" y="3026506"/>
                  </a:lnTo>
                  <a:lnTo>
                    <a:pt x="445972" y="2985396"/>
                  </a:lnTo>
                  <a:lnTo>
                    <a:pt x="483137" y="2938817"/>
                  </a:lnTo>
                  <a:lnTo>
                    <a:pt x="520301" y="2887681"/>
                  </a:lnTo>
                  <a:lnTo>
                    <a:pt x="557466" y="2832903"/>
                  </a:lnTo>
                  <a:lnTo>
                    <a:pt x="594630" y="2774289"/>
                  </a:lnTo>
                  <a:lnTo>
                    <a:pt x="631794" y="2710793"/>
                  </a:lnTo>
                  <a:lnTo>
                    <a:pt x="668959" y="2643275"/>
                  </a:lnTo>
                  <a:lnTo>
                    <a:pt x="706123" y="2572633"/>
                  </a:lnTo>
                  <a:lnTo>
                    <a:pt x="743288" y="2499762"/>
                  </a:lnTo>
                  <a:lnTo>
                    <a:pt x="780452" y="2425560"/>
                  </a:lnTo>
                  <a:lnTo>
                    <a:pt x="817616" y="2350923"/>
                  </a:lnTo>
                  <a:lnTo>
                    <a:pt x="854781" y="2275551"/>
                  </a:lnTo>
                  <a:lnTo>
                    <a:pt x="891945" y="2195450"/>
                  </a:lnTo>
                  <a:lnTo>
                    <a:pt x="929110" y="2111451"/>
                  </a:lnTo>
                  <a:lnTo>
                    <a:pt x="966274" y="2024976"/>
                  </a:lnTo>
                  <a:lnTo>
                    <a:pt x="1003439" y="1937451"/>
                  </a:lnTo>
                  <a:lnTo>
                    <a:pt x="1040603" y="1850300"/>
                  </a:lnTo>
                  <a:lnTo>
                    <a:pt x="1077767" y="1764946"/>
                  </a:lnTo>
                  <a:lnTo>
                    <a:pt x="1114932" y="1682813"/>
                  </a:lnTo>
                  <a:lnTo>
                    <a:pt x="1152096" y="1605326"/>
                  </a:lnTo>
                  <a:lnTo>
                    <a:pt x="1189261" y="1533909"/>
                  </a:lnTo>
                  <a:lnTo>
                    <a:pt x="1226425" y="1469985"/>
                  </a:lnTo>
                  <a:lnTo>
                    <a:pt x="1263589" y="1414829"/>
                  </a:lnTo>
                  <a:lnTo>
                    <a:pt x="1300754" y="1364838"/>
                  </a:lnTo>
                  <a:lnTo>
                    <a:pt x="1337918" y="1317740"/>
                  </a:lnTo>
                  <a:lnTo>
                    <a:pt x="1375083" y="1273270"/>
                  </a:lnTo>
                  <a:lnTo>
                    <a:pt x="1412247" y="1231161"/>
                  </a:lnTo>
                  <a:lnTo>
                    <a:pt x="1449411" y="1191144"/>
                  </a:lnTo>
                  <a:lnTo>
                    <a:pt x="1486576" y="1152955"/>
                  </a:lnTo>
                  <a:lnTo>
                    <a:pt x="1523740" y="1116325"/>
                  </a:lnTo>
                  <a:lnTo>
                    <a:pt x="1560905" y="1080987"/>
                  </a:lnTo>
                  <a:lnTo>
                    <a:pt x="1598069" y="1046676"/>
                  </a:lnTo>
                  <a:lnTo>
                    <a:pt x="1635233" y="1013124"/>
                  </a:lnTo>
                  <a:lnTo>
                    <a:pt x="1672398" y="980064"/>
                  </a:lnTo>
                  <a:lnTo>
                    <a:pt x="1709562" y="947229"/>
                  </a:lnTo>
                  <a:lnTo>
                    <a:pt x="1746727" y="914352"/>
                  </a:lnTo>
                  <a:lnTo>
                    <a:pt x="1783891" y="881167"/>
                  </a:lnTo>
                  <a:lnTo>
                    <a:pt x="1821055" y="847407"/>
                  </a:lnTo>
                  <a:lnTo>
                    <a:pt x="1858220" y="812804"/>
                  </a:lnTo>
                  <a:lnTo>
                    <a:pt x="1895384" y="777094"/>
                  </a:lnTo>
                  <a:lnTo>
                    <a:pt x="1932549" y="741402"/>
                  </a:lnTo>
                  <a:lnTo>
                    <a:pt x="1969713" y="706806"/>
                  </a:lnTo>
                  <a:lnTo>
                    <a:pt x="2006878" y="673228"/>
                  </a:lnTo>
                  <a:lnTo>
                    <a:pt x="2044042" y="640591"/>
                  </a:lnTo>
                  <a:lnTo>
                    <a:pt x="2081206" y="608818"/>
                  </a:lnTo>
                  <a:lnTo>
                    <a:pt x="2118371" y="577832"/>
                  </a:lnTo>
                  <a:lnTo>
                    <a:pt x="2155535" y="547556"/>
                  </a:lnTo>
                  <a:lnTo>
                    <a:pt x="2192700" y="517912"/>
                  </a:lnTo>
                  <a:lnTo>
                    <a:pt x="2229864" y="488824"/>
                  </a:lnTo>
                  <a:lnTo>
                    <a:pt x="2267028" y="460214"/>
                  </a:lnTo>
                  <a:lnTo>
                    <a:pt x="2304193" y="432006"/>
                  </a:lnTo>
                  <a:lnTo>
                    <a:pt x="2341357" y="404121"/>
                  </a:lnTo>
                  <a:lnTo>
                    <a:pt x="2378522" y="376483"/>
                  </a:lnTo>
                  <a:lnTo>
                    <a:pt x="2415686" y="349016"/>
                  </a:lnTo>
                  <a:lnTo>
                    <a:pt x="2452850" y="321640"/>
                  </a:lnTo>
                  <a:lnTo>
                    <a:pt x="2490015" y="294282"/>
                  </a:lnTo>
                  <a:lnTo>
                    <a:pt x="2527179" y="267184"/>
                  </a:lnTo>
                  <a:lnTo>
                    <a:pt x="2564344" y="240573"/>
                  </a:lnTo>
                  <a:lnTo>
                    <a:pt x="2601508" y="214443"/>
                  </a:lnTo>
                  <a:lnTo>
                    <a:pt x="2638672" y="188789"/>
                  </a:lnTo>
                  <a:lnTo>
                    <a:pt x="2675837" y="163604"/>
                  </a:lnTo>
                  <a:lnTo>
                    <a:pt x="2713001" y="138884"/>
                  </a:lnTo>
                  <a:lnTo>
                    <a:pt x="2750166" y="114622"/>
                  </a:lnTo>
                  <a:lnTo>
                    <a:pt x="2787330" y="90814"/>
                  </a:lnTo>
                  <a:lnTo>
                    <a:pt x="2824494" y="67453"/>
                  </a:lnTo>
                  <a:lnTo>
                    <a:pt x="2861659" y="44534"/>
                  </a:lnTo>
                  <a:lnTo>
                    <a:pt x="2898823" y="22051"/>
                  </a:lnTo>
                  <a:lnTo>
                    <a:pt x="293598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2025-10-13T12:51:18Z</dcterms:modified>
  <cp:category/>
</cp:coreProperties>
</file>