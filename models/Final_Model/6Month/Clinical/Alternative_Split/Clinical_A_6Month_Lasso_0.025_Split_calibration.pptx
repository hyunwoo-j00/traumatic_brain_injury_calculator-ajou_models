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4387" y="53935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6353" y="53431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00539" y="50936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5586" y="49703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96052" y="46536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85465" y="42351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06180" y="40297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36523" y="32286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76179" y="25816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49844" y="22659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6397" y="2266780"/>
              <a:ext cx="2835456" cy="3195265"/>
            </a:xfrm>
            <a:custGeom>
              <a:avLst/>
              <a:pathLst>
                <a:path w="2835456" h="3195265">
                  <a:moveTo>
                    <a:pt x="0" y="3195265"/>
                  </a:moveTo>
                  <a:lnTo>
                    <a:pt x="35891" y="3161923"/>
                  </a:lnTo>
                  <a:lnTo>
                    <a:pt x="71783" y="3126986"/>
                  </a:lnTo>
                  <a:lnTo>
                    <a:pt x="107675" y="3090441"/>
                  </a:lnTo>
                  <a:lnTo>
                    <a:pt x="143567" y="3052273"/>
                  </a:lnTo>
                  <a:lnTo>
                    <a:pt x="179459" y="3012441"/>
                  </a:lnTo>
                  <a:lnTo>
                    <a:pt x="215351" y="2970842"/>
                  </a:lnTo>
                  <a:lnTo>
                    <a:pt x="251243" y="2927677"/>
                  </a:lnTo>
                  <a:lnTo>
                    <a:pt x="287134" y="2883190"/>
                  </a:lnTo>
                  <a:lnTo>
                    <a:pt x="323026" y="2836885"/>
                  </a:lnTo>
                  <a:lnTo>
                    <a:pt x="358918" y="2788659"/>
                  </a:lnTo>
                  <a:lnTo>
                    <a:pt x="394810" y="2739216"/>
                  </a:lnTo>
                  <a:lnTo>
                    <a:pt x="430702" y="2688409"/>
                  </a:lnTo>
                  <a:lnTo>
                    <a:pt x="466594" y="2633219"/>
                  </a:lnTo>
                  <a:lnTo>
                    <a:pt x="502486" y="2575173"/>
                  </a:lnTo>
                  <a:lnTo>
                    <a:pt x="538377" y="2516449"/>
                  </a:lnTo>
                  <a:lnTo>
                    <a:pt x="574269" y="2459227"/>
                  </a:lnTo>
                  <a:lnTo>
                    <a:pt x="610161" y="2403695"/>
                  </a:lnTo>
                  <a:lnTo>
                    <a:pt x="646053" y="2347246"/>
                  </a:lnTo>
                  <a:lnTo>
                    <a:pt x="681945" y="2290827"/>
                  </a:lnTo>
                  <a:lnTo>
                    <a:pt x="717837" y="2235507"/>
                  </a:lnTo>
                  <a:lnTo>
                    <a:pt x="753729" y="2182358"/>
                  </a:lnTo>
                  <a:lnTo>
                    <a:pt x="789620" y="2132450"/>
                  </a:lnTo>
                  <a:lnTo>
                    <a:pt x="825512" y="2086854"/>
                  </a:lnTo>
                  <a:lnTo>
                    <a:pt x="861404" y="2046641"/>
                  </a:lnTo>
                  <a:lnTo>
                    <a:pt x="897296" y="2012115"/>
                  </a:lnTo>
                  <a:lnTo>
                    <a:pt x="933188" y="1981409"/>
                  </a:lnTo>
                  <a:lnTo>
                    <a:pt x="969080" y="1953627"/>
                  </a:lnTo>
                  <a:lnTo>
                    <a:pt x="1004972" y="1927958"/>
                  </a:lnTo>
                  <a:lnTo>
                    <a:pt x="1040863" y="1903588"/>
                  </a:lnTo>
                  <a:lnTo>
                    <a:pt x="1076755" y="1879704"/>
                  </a:lnTo>
                  <a:lnTo>
                    <a:pt x="1112647" y="1855495"/>
                  </a:lnTo>
                  <a:lnTo>
                    <a:pt x="1148539" y="1830147"/>
                  </a:lnTo>
                  <a:lnTo>
                    <a:pt x="1184431" y="1802848"/>
                  </a:lnTo>
                  <a:lnTo>
                    <a:pt x="1220323" y="1772784"/>
                  </a:lnTo>
                  <a:lnTo>
                    <a:pt x="1256215" y="1739144"/>
                  </a:lnTo>
                  <a:lnTo>
                    <a:pt x="1292106" y="1701114"/>
                  </a:lnTo>
                  <a:lnTo>
                    <a:pt x="1327998" y="1659803"/>
                  </a:lnTo>
                  <a:lnTo>
                    <a:pt x="1363890" y="1616954"/>
                  </a:lnTo>
                  <a:lnTo>
                    <a:pt x="1399782" y="1572796"/>
                  </a:lnTo>
                  <a:lnTo>
                    <a:pt x="1435674" y="1527556"/>
                  </a:lnTo>
                  <a:lnTo>
                    <a:pt x="1471566" y="1481462"/>
                  </a:lnTo>
                  <a:lnTo>
                    <a:pt x="1507458" y="1434741"/>
                  </a:lnTo>
                  <a:lnTo>
                    <a:pt x="1543349" y="1387622"/>
                  </a:lnTo>
                  <a:lnTo>
                    <a:pt x="1579241" y="1340332"/>
                  </a:lnTo>
                  <a:lnTo>
                    <a:pt x="1615133" y="1293099"/>
                  </a:lnTo>
                  <a:lnTo>
                    <a:pt x="1651025" y="1246152"/>
                  </a:lnTo>
                  <a:lnTo>
                    <a:pt x="1686917" y="1199718"/>
                  </a:lnTo>
                  <a:lnTo>
                    <a:pt x="1722809" y="1154024"/>
                  </a:lnTo>
                  <a:lnTo>
                    <a:pt x="1758701" y="1109299"/>
                  </a:lnTo>
                  <a:lnTo>
                    <a:pt x="1794592" y="1065771"/>
                  </a:lnTo>
                  <a:lnTo>
                    <a:pt x="1830484" y="1023610"/>
                  </a:lnTo>
                  <a:lnTo>
                    <a:pt x="1866376" y="981605"/>
                  </a:lnTo>
                  <a:lnTo>
                    <a:pt x="1902268" y="939271"/>
                  </a:lnTo>
                  <a:lnTo>
                    <a:pt x="1938160" y="896728"/>
                  </a:lnTo>
                  <a:lnTo>
                    <a:pt x="1974052" y="854097"/>
                  </a:lnTo>
                  <a:lnTo>
                    <a:pt x="2009944" y="811497"/>
                  </a:lnTo>
                  <a:lnTo>
                    <a:pt x="2045835" y="769047"/>
                  </a:lnTo>
                  <a:lnTo>
                    <a:pt x="2081727" y="726867"/>
                  </a:lnTo>
                  <a:lnTo>
                    <a:pt x="2117619" y="685078"/>
                  </a:lnTo>
                  <a:lnTo>
                    <a:pt x="2153511" y="643798"/>
                  </a:lnTo>
                  <a:lnTo>
                    <a:pt x="2189403" y="603147"/>
                  </a:lnTo>
                  <a:lnTo>
                    <a:pt x="2225295" y="563245"/>
                  </a:lnTo>
                  <a:lnTo>
                    <a:pt x="2261187" y="524213"/>
                  </a:lnTo>
                  <a:lnTo>
                    <a:pt x="2297078" y="486169"/>
                  </a:lnTo>
                  <a:lnTo>
                    <a:pt x="2332970" y="449233"/>
                  </a:lnTo>
                  <a:lnTo>
                    <a:pt x="2368862" y="413507"/>
                  </a:lnTo>
                  <a:lnTo>
                    <a:pt x="2404754" y="378493"/>
                  </a:lnTo>
                  <a:lnTo>
                    <a:pt x="2440646" y="343932"/>
                  </a:lnTo>
                  <a:lnTo>
                    <a:pt x="2476538" y="309846"/>
                  </a:lnTo>
                  <a:lnTo>
                    <a:pt x="2512430" y="276257"/>
                  </a:lnTo>
                  <a:lnTo>
                    <a:pt x="2548321" y="243188"/>
                  </a:lnTo>
                  <a:lnTo>
                    <a:pt x="2584213" y="210661"/>
                  </a:lnTo>
                  <a:lnTo>
                    <a:pt x="2620105" y="178697"/>
                  </a:lnTo>
                  <a:lnTo>
                    <a:pt x="2655997" y="147319"/>
                  </a:lnTo>
                  <a:lnTo>
                    <a:pt x="2691889" y="116550"/>
                  </a:lnTo>
                  <a:lnTo>
                    <a:pt x="2727781" y="86411"/>
                  </a:lnTo>
                  <a:lnTo>
                    <a:pt x="2763673" y="56925"/>
                  </a:lnTo>
                  <a:lnTo>
                    <a:pt x="2799564" y="28114"/>
                  </a:lnTo>
                  <a:lnTo>
                    <a:pt x="2835456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4881" y="52997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8738" y="54231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2578" y="52997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1781" y="51693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10607" y="485215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23666" y="421773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03622" y="34933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78840" y="313922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02388" y="28220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54834" y="21229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6891" y="2217948"/>
              <a:ext cx="2839952" cy="3170544"/>
            </a:xfrm>
            <a:custGeom>
              <a:avLst/>
              <a:pathLst>
                <a:path w="2839952" h="3170544">
                  <a:moveTo>
                    <a:pt x="0" y="3156955"/>
                  </a:moveTo>
                  <a:lnTo>
                    <a:pt x="35948" y="3166089"/>
                  </a:lnTo>
                  <a:lnTo>
                    <a:pt x="71897" y="3170544"/>
                  </a:lnTo>
                  <a:lnTo>
                    <a:pt x="107846" y="3170283"/>
                  </a:lnTo>
                  <a:lnTo>
                    <a:pt x="143795" y="3165266"/>
                  </a:lnTo>
                  <a:lnTo>
                    <a:pt x="179743" y="3155392"/>
                  </a:lnTo>
                  <a:lnTo>
                    <a:pt x="215692" y="3140639"/>
                  </a:lnTo>
                  <a:lnTo>
                    <a:pt x="251641" y="3121338"/>
                  </a:lnTo>
                  <a:lnTo>
                    <a:pt x="287590" y="3097583"/>
                  </a:lnTo>
                  <a:lnTo>
                    <a:pt x="323538" y="3068627"/>
                  </a:lnTo>
                  <a:lnTo>
                    <a:pt x="359487" y="3034935"/>
                  </a:lnTo>
                  <a:lnTo>
                    <a:pt x="395436" y="2997144"/>
                  </a:lnTo>
                  <a:lnTo>
                    <a:pt x="431385" y="2954339"/>
                  </a:lnTo>
                  <a:lnTo>
                    <a:pt x="467334" y="2903176"/>
                  </a:lnTo>
                  <a:lnTo>
                    <a:pt x="503282" y="2845681"/>
                  </a:lnTo>
                  <a:lnTo>
                    <a:pt x="539231" y="2784247"/>
                  </a:lnTo>
                  <a:lnTo>
                    <a:pt x="575180" y="2721269"/>
                  </a:lnTo>
                  <a:lnTo>
                    <a:pt x="611129" y="2658514"/>
                  </a:lnTo>
                  <a:lnTo>
                    <a:pt x="647077" y="2592761"/>
                  </a:lnTo>
                  <a:lnTo>
                    <a:pt x="683026" y="2523806"/>
                  </a:lnTo>
                  <a:lnTo>
                    <a:pt x="718975" y="2452473"/>
                  </a:lnTo>
                  <a:lnTo>
                    <a:pt x="754924" y="2379587"/>
                  </a:lnTo>
                  <a:lnTo>
                    <a:pt x="790872" y="2305971"/>
                  </a:lnTo>
                  <a:lnTo>
                    <a:pt x="826821" y="2232450"/>
                  </a:lnTo>
                  <a:lnTo>
                    <a:pt x="862770" y="2159849"/>
                  </a:lnTo>
                  <a:lnTo>
                    <a:pt x="898719" y="2088992"/>
                  </a:lnTo>
                  <a:lnTo>
                    <a:pt x="934668" y="2019179"/>
                  </a:lnTo>
                  <a:lnTo>
                    <a:pt x="970616" y="1947210"/>
                  </a:lnTo>
                  <a:lnTo>
                    <a:pt x="1006565" y="1873869"/>
                  </a:lnTo>
                  <a:lnTo>
                    <a:pt x="1042514" y="1800177"/>
                  </a:lnTo>
                  <a:lnTo>
                    <a:pt x="1078463" y="1727153"/>
                  </a:lnTo>
                  <a:lnTo>
                    <a:pt x="1114411" y="1655815"/>
                  </a:lnTo>
                  <a:lnTo>
                    <a:pt x="1150360" y="1587183"/>
                  </a:lnTo>
                  <a:lnTo>
                    <a:pt x="1186309" y="1522276"/>
                  </a:lnTo>
                  <a:lnTo>
                    <a:pt x="1222258" y="1462112"/>
                  </a:lnTo>
                  <a:lnTo>
                    <a:pt x="1258206" y="1407712"/>
                  </a:lnTo>
                  <a:lnTo>
                    <a:pt x="1294155" y="1360065"/>
                  </a:lnTo>
                  <a:lnTo>
                    <a:pt x="1330104" y="1318280"/>
                  </a:lnTo>
                  <a:lnTo>
                    <a:pt x="1366053" y="1281093"/>
                  </a:lnTo>
                  <a:lnTo>
                    <a:pt x="1402002" y="1247950"/>
                  </a:lnTo>
                  <a:lnTo>
                    <a:pt x="1437950" y="1218296"/>
                  </a:lnTo>
                  <a:lnTo>
                    <a:pt x="1473899" y="1191578"/>
                  </a:lnTo>
                  <a:lnTo>
                    <a:pt x="1509848" y="1167241"/>
                  </a:lnTo>
                  <a:lnTo>
                    <a:pt x="1545797" y="1144731"/>
                  </a:lnTo>
                  <a:lnTo>
                    <a:pt x="1581745" y="1123494"/>
                  </a:lnTo>
                  <a:lnTo>
                    <a:pt x="1617694" y="1102975"/>
                  </a:lnTo>
                  <a:lnTo>
                    <a:pt x="1653643" y="1082621"/>
                  </a:lnTo>
                  <a:lnTo>
                    <a:pt x="1689592" y="1061876"/>
                  </a:lnTo>
                  <a:lnTo>
                    <a:pt x="1725540" y="1040188"/>
                  </a:lnTo>
                  <a:lnTo>
                    <a:pt x="1761489" y="1017001"/>
                  </a:lnTo>
                  <a:lnTo>
                    <a:pt x="1797438" y="991761"/>
                  </a:lnTo>
                  <a:lnTo>
                    <a:pt x="1833387" y="963915"/>
                  </a:lnTo>
                  <a:lnTo>
                    <a:pt x="1869336" y="932960"/>
                  </a:lnTo>
                  <a:lnTo>
                    <a:pt x="1905284" y="901386"/>
                  </a:lnTo>
                  <a:lnTo>
                    <a:pt x="1941233" y="870673"/>
                  </a:lnTo>
                  <a:lnTo>
                    <a:pt x="1977182" y="840637"/>
                  </a:lnTo>
                  <a:lnTo>
                    <a:pt x="2013131" y="811093"/>
                  </a:lnTo>
                  <a:lnTo>
                    <a:pt x="2049079" y="781859"/>
                  </a:lnTo>
                  <a:lnTo>
                    <a:pt x="2085028" y="752749"/>
                  </a:lnTo>
                  <a:lnTo>
                    <a:pt x="2120977" y="723581"/>
                  </a:lnTo>
                  <a:lnTo>
                    <a:pt x="2156926" y="694171"/>
                  </a:lnTo>
                  <a:lnTo>
                    <a:pt x="2192875" y="664334"/>
                  </a:lnTo>
                  <a:lnTo>
                    <a:pt x="2228823" y="633888"/>
                  </a:lnTo>
                  <a:lnTo>
                    <a:pt x="2264772" y="602647"/>
                  </a:lnTo>
                  <a:lnTo>
                    <a:pt x="2300721" y="570429"/>
                  </a:lnTo>
                  <a:lnTo>
                    <a:pt x="2336670" y="537049"/>
                  </a:lnTo>
                  <a:lnTo>
                    <a:pt x="2372618" y="502323"/>
                  </a:lnTo>
                  <a:lnTo>
                    <a:pt x="2408567" y="466301"/>
                  </a:lnTo>
                  <a:lnTo>
                    <a:pt x="2444516" y="429865"/>
                  </a:lnTo>
                  <a:lnTo>
                    <a:pt x="2480465" y="393095"/>
                  </a:lnTo>
                  <a:lnTo>
                    <a:pt x="2516413" y="355960"/>
                  </a:lnTo>
                  <a:lnTo>
                    <a:pt x="2552362" y="318427"/>
                  </a:lnTo>
                  <a:lnTo>
                    <a:pt x="2588311" y="280463"/>
                  </a:lnTo>
                  <a:lnTo>
                    <a:pt x="2624260" y="242038"/>
                  </a:lnTo>
                  <a:lnTo>
                    <a:pt x="2660209" y="203120"/>
                  </a:lnTo>
                  <a:lnTo>
                    <a:pt x="2696157" y="163675"/>
                  </a:lnTo>
                  <a:lnTo>
                    <a:pt x="2732106" y="123673"/>
                  </a:lnTo>
                  <a:lnTo>
                    <a:pt x="2768055" y="83081"/>
                  </a:lnTo>
                  <a:lnTo>
                    <a:pt x="2804004" y="41867"/>
                  </a:lnTo>
                  <a:lnTo>
                    <a:pt x="283995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2025-10-13T09:46:23Z</dcterms:modified>
  <cp:category/>
</cp:coreProperties>
</file>