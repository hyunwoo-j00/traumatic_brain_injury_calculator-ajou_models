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(N=2178, events=830)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63058" y="53451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520184" y="526756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34286" y="528133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57907" y="499072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91106" y="46630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31562" y="423936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527783" y="393494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027080" y="33574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27484" y="247308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95600" y="221785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95068" y="2212240"/>
              <a:ext cx="2832541" cy="3183510"/>
            </a:xfrm>
            <a:custGeom>
              <a:avLst/>
              <a:pathLst>
                <a:path w="2832541" h="3183510">
                  <a:moveTo>
                    <a:pt x="0" y="3183510"/>
                  </a:moveTo>
                  <a:lnTo>
                    <a:pt x="35854" y="3173677"/>
                  </a:lnTo>
                  <a:lnTo>
                    <a:pt x="71709" y="3159151"/>
                  </a:lnTo>
                  <a:lnTo>
                    <a:pt x="107564" y="3139922"/>
                  </a:lnTo>
                  <a:lnTo>
                    <a:pt x="143419" y="3115979"/>
                  </a:lnTo>
                  <a:lnTo>
                    <a:pt x="179274" y="3087157"/>
                  </a:lnTo>
                  <a:lnTo>
                    <a:pt x="215129" y="3053208"/>
                  </a:lnTo>
                  <a:lnTo>
                    <a:pt x="250984" y="3014842"/>
                  </a:lnTo>
                  <a:lnTo>
                    <a:pt x="286839" y="2972598"/>
                  </a:lnTo>
                  <a:lnTo>
                    <a:pt x="322694" y="2925364"/>
                  </a:lnTo>
                  <a:lnTo>
                    <a:pt x="358549" y="2873647"/>
                  </a:lnTo>
                  <a:lnTo>
                    <a:pt x="394404" y="2818385"/>
                  </a:lnTo>
                  <a:lnTo>
                    <a:pt x="430259" y="2756101"/>
                  </a:lnTo>
                  <a:lnTo>
                    <a:pt x="466114" y="2685801"/>
                  </a:lnTo>
                  <a:lnTo>
                    <a:pt x="501969" y="2612522"/>
                  </a:lnTo>
                  <a:lnTo>
                    <a:pt x="537824" y="2540865"/>
                  </a:lnTo>
                  <a:lnTo>
                    <a:pt x="573679" y="2467001"/>
                  </a:lnTo>
                  <a:lnTo>
                    <a:pt x="609534" y="2390735"/>
                  </a:lnTo>
                  <a:lnTo>
                    <a:pt x="645389" y="2314787"/>
                  </a:lnTo>
                  <a:lnTo>
                    <a:pt x="681244" y="2241878"/>
                  </a:lnTo>
                  <a:lnTo>
                    <a:pt x="717099" y="2174726"/>
                  </a:lnTo>
                  <a:lnTo>
                    <a:pt x="752954" y="2116053"/>
                  </a:lnTo>
                  <a:lnTo>
                    <a:pt x="788809" y="2067186"/>
                  </a:lnTo>
                  <a:lnTo>
                    <a:pt x="824664" y="2023006"/>
                  </a:lnTo>
                  <a:lnTo>
                    <a:pt x="860519" y="1982169"/>
                  </a:lnTo>
                  <a:lnTo>
                    <a:pt x="896374" y="1944047"/>
                  </a:lnTo>
                  <a:lnTo>
                    <a:pt x="932229" y="1908010"/>
                  </a:lnTo>
                  <a:lnTo>
                    <a:pt x="968083" y="1873427"/>
                  </a:lnTo>
                  <a:lnTo>
                    <a:pt x="1003938" y="1839669"/>
                  </a:lnTo>
                  <a:lnTo>
                    <a:pt x="1039793" y="1806105"/>
                  </a:lnTo>
                  <a:lnTo>
                    <a:pt x="1075648" y="1772107"/>
                  </a:lnTo>
                  <a:lnTo>
                    <a:pt x="1111503" y="1737043"/>
                  </a:lnTo>
                  <a:lnTo>
                    <a:pt x="1147358" y="1700284"/>
                  </a:lnTo>
                  <a:lnTo>
                    <a:pt x="1183213" y="1661796"/>
                  </a:lnTo>
                  <a:lnTo>
                    <a:pt x="1219068" y="1624433"/>
                  </a:lnTo>
                  <a:lnTo>
                    <a:pt x="1254923" y="1588425"/>
                  </a:lnTo>
                  <a:lnTo>
                    <a:pt x="1290778" y="1553488"/>
                  </a:lnTo>
                  <a:lnTo>
                    <a:pt x="1326633" y="1519338"/>
                  </a:lnTo>
                  <a:lnTo>
                    <a:pt x="1362488" y="1485693"/>
                  </a:lnTo>
                  <a:lnTo>
                    <a:pt x="1398343" y="1452269"/>
                  </a:lnTo>
                  <a:lnTo>
                    <a:pt x="1434198" y="1418783"/>
                  </a:lnTo>
                  <a:lnTo>
                    <a:pt x="1470053" y="1384951"/>
                  </a:lnTo>
                  <a:lnTo>
                    <a:pt x="1505908" y="1350491"/>
                  </a:lnTo>
                  <a:lnTo>
                    <a:pt x="1541763" y="1315118"/>
                  </a:lnTo>
                  <a:lnTo>
                    <a:pt x="1577618" y="1278550"/>
                  </a:lnTo>
                  <a:lnTo>
                    <a:pt x="1613473" y="1240503"/>
                  </a:lnTo>
                  <a:lnTo>
                    <a:pt x="1649328" y="1200694"/>
                  </a:lnTo>
                  <a:lnTo>
                    <a:pt x="1685183" y="1159120"/>
                  </a:lnTo>
                  <a:lnTo>
                    <a:pt x="1721038" y="1116859"/>
                  </a:lnTo>
                  <a:lnTo>
                    <a:pt x="1756893" y="1074145"/>
                  </a:lnTo>
                  <a:lnTo>
                    <a:pt x="1792748" y="1031086"/>
                  </a:lnTo>
                  <a:lnTo>
                    <a:pt x="1828603" y="987794"/>
                  </a:lnTo>
                  <a:lnTo>
                    <a:pt x="1864458" y="944376"/>
                  </a:lnTo>
                  <a:lnTo>
                    <a:pt x="1900312" y="900943"/>
                  </a:lnTo>
                  <a:lnTo>
                    <a:pt x="1936167" y="857604"/>
                  </a:lnTo>
                  <a:lnTo>
                    <a:pt x="1972022" y="814468"/>
                  </a:lnTo>
                  <a:lnTo>
                    <a:pt x="2007877" y="771646"/>
                  </a:lnTo>
                  <a:lnTo>
                    <a:pt x="2043732" y="729246"/>
                  </a:lnTo>
                  <a:lnTo>
                    <a:pt x="2079587" y="687378"/>
                  </a:lnTo>
                  <a:lnTo>
                    <a:pt x="2115442" y="646151"/>
                  </a:lnTo>
                  <a:lnTo>
                    <a:pt x="2151297" y="605676"/>
                  </a:lnTo>
                  <a:lnTo>
                    <a:pt x="2187152" y="566061"/>
                  </a:lnTo>
                  <a:lnTo>
                    <a:pt x="2223007" y="527416"/>
                  </a:lnTo>
                  <a:lnTo>
                    <a:pt x="2258862" y="489851"/>
                  </a:lnTo>
                  <a:lnTo>
                    <a:pt x="2294717" y="453475"/>
                  </a:lnTo>
                  <a:lnTo>
                    <a:pt x="2330572" y="418397"/>
                  </a:lnTo>
                  <a:lnTo>
                    <a:pt x="2366427" y="384726"/>
                  </a:lnTo>
                  <a:lnTo>
                    <a:pt x="2402282" y="351941"/>
                  </a:lnTo>
                  <a:lnTo>
                    <a:pt x="2438137" y="319589"/>
                  </a:lnTo>
                  <a:lnTo>
                    <a:pt x="2473992" y="287695"/>
                  </a:lnTo>
                  <a:lnTo>
                    <a:pt x="2509847" y="256288"/>
                  </a:lnTo>
                  <a:lnTo>
                    <a:pt x="2545702" y="225395"/>
                  </a:lnTo>
                  <a:lnTo>
                    <a:pt x="2581557" y="195042"/>
                  </a:lnTo>
                  <a:lnTo>
                    <a:pt x="2617412" y="165258"/>
                  </a:lnTo>
                  <a:lnTo>
                    <a:pt x="2653267" y="136068"/>
                  </a:lnTo>
                  <a:lnTo>
                    <a:pt x="2689122" y="107501"/>
                  </a:lnTo>
                  <a:lnTo>
                    <a:pt x="2724977" y="79583"/>
                  </a:lnTo>
                  <a:lnTo>
                    <a:pt x="2760832" y="52342"/>
                  </a:lnTo>
                  <a:lnTo>
                    <a:pt x="2796687" y="25805"/>
                  </a:lnTo>
                  <a:lnTo>
                    <a:pt x="2832541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(N=544, events=207)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66808" y="529970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98718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18596" y="519123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44740" y="501635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77364" y="485215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42396" y="43446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490122" y="374249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063612" y="293274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84439" y="27717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01864" y="218528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98819" y="2320397"/>
              <a:ext cx="2835055" cy="3092921"/>
            </a:xfrm>
            <a:custGeom>
              <a:avLst/>
              <a:pathLst>
                <a:path w="2835055" h="3092921">
                  <a:moveTo>
                    <a:pt x="0" y="3092921"/>
                  </a:moveTo>
                  <a:lnTo>
                    <a:pt x="35886" y="3082245"/>
                  </a:lnTo>
                  <a:lnTo>
                    <a:pt x="71773" y="3067525"/>
                  </a:lnTo>
                  <a:lnTo>
                    <a:pt x="107660" y="3048757"/>
                  </a:lnTo>
                  <a:lnTo>
                    <a:pt x="143547" y="3025924"/>
                  </a:lnTo>
                  <a:lnTo>
                    <a:pt x="179433" y="2998901"/>
                  </a:lnTo>
                  <a:lnTo>
                    <a:pt x="215320" y="2967916"/>
                  </a:lnTo>
                  <a:lnTo>
                    <a:pt x="251207" y="2933288"/>
                  </a:lnTo>
                  <a:lnTo>
                    <a:pt x="287094" y="2894076"/>
                  </a:lnTo>
                  <a:lnTo>
                    <a:pt x="322980" y="2850020"/>
                  </a:lnTo>
                  <a:lnTo>
                    <a:pt x="358867" y="2802603"/>
                  </a:lnTo>
                  <a:lnTo>
                    <a:pt x="394754" y="2751643"/>
                  </a:lnTo>
                  <a:lnTo>
                    <a:pt x="430641" y="2689533"/>
                  </a:lnTo>
                  <a:lnTo>
                    <a:pt x="466528" y="2621633"/>
                  </a:lnTo>
                  <a:lnTo>
                    <a:pt x="502414" y="2555737"/>
                  </a:lnTo>
                  <a:lnTo>
                    <a:pt x="538301" y="2495067"/>
                  </a:lnTo>
                  <a:lnTo>
                    <a:pt x="574188" y="2433201"/>
                  </a:lnTo>
                  <a:lnTo>
                    <a:pt x="610075" y="2370205"/>
                  </a:lnTo>
                  <a:lnTo>
                    <a:pt x="645961" y="2306470"/>
                  </a:lnTo>
                  <a:lnTo>
                    <a:pt x="681848" y="2242393"/>
                  </a:lnTo>
                  <a:lnTo>
                    <a:pt x="717735" y="2178366"/>
                  </a:lnTo>
                  <a:lnTo>
                    <a:pt x="753622" y="2114785"/>
                  </a:lnTo>
                  <a:lnTo>
                    <a:pt x="789509" y="2051867"/>
                  </a:lnTo>
                  <a:lnTo>
                    <a:pt x="825395" y="1988286"/>
                  </a:lnTo>
                  <a:lnTo>
                    <a:pt x="861282" y="1923987"/>
                  </a:lnTo>
                  <a:lnTo>
                    <a:pt x="897169" y="1859352"/>
                  </a:lnTo>
                  <a:lnTo>
                    <a:pt x="933056" y="1794762"/>
                  </a:lnTo>
                  <a:lnTo>
                    <a:pt x="968942" y="1730598"/>
                  </a:lnTo>
                  <a:lnTo>
                    <a:pt x="1004829" y="1667240"/>
                  </a:lnTo>
                  <a:lnTo>
                    <a:pt x="1040716" y="1605071"/>
                  </a:lnTo>
                  <a:lnTo>
                    <a:pt x="1076603" y="1544470"/>
                  </a:lnTo>
                  <a:lnTo>
                    <a:pt x="1112489" y="1485819"/>
                  </a:lnTo>
                  <a:lnTo>
                    <a:pt x="1148376" y="1428931"/>
                  </a:lnTo>
                  <a:lnTo>
                    <a:pt x="1184263" y="1372428"/>
                  </a:lnTo>
                  <a:lnTo>
                    <a:pt x="1220150" y="1316380"/>
                  </a:lnTo>
                  <a:lnTo>
                    <a:pt x="1256037" y="1260961"/>
                  </a:lnTo>
                  <a:lnTo>
                    <a:pt x="1291923" y="1206343"/>
                  </a:lnTo>
                  <a:lnTo>
                    <a:pt x="1327810" y="1152701"/>
                  </a:lnTo>
                  <a:lnTo>
                    <a:pt x="1363697" y="1100206"/>
                  </a:lnTo>
                  <a:lnTo>
                    <a:pt x="1399584" y="1049033"/>
                  </a:lnTo>
                  <a:lnTo>
                    <a:pt x="1435470" y="999355"/>
                  </a:lnTo>
                  <a:lnTo>
                    <a:pt x="1471357" y="951344"/>
                  </a:lnTo>
                  <a:lnTo>
                    <a:pt x="1507244" y="905174"/>
                  </a:lnTo>
                  <a:lnTo>
                    <a:pt x="1543131" y="861018"/>
                  </a:lnTo>
                  <a:lnTo>
                    <a:pt x="1579018" y="819049"/>
                  </a:lnTo>
                  <a:lnTo>
                    <a:pt x="1614904" y="779440"/>
                  </a:lnTo>
                  <a:lnTo>
                    <a:pt x="1650791" y="742364"/>
                  </a:lnTo>
                  <a:lnTo>
                    <a:pt x="1686678" y="707995"/>
                  </a:lnTo>
                  <a:lnTo>
                    <a:pt x="1722565" y="676282"/>
                  </a:lnTo>
                  <a:lnTo>
                    <a:pt x="1758451" y="646620"/>
                  </a:lnTo>
                  <a:lnTo>
                    <a:pt x="1794338" y="618808"/>
                  </a:lnTo>
                  <a:lnTo>
                    <a:pt x="1830225" y="592675"/>
                  </a:lnTo>
                  <a:lnTo>
                    <a:pt x="1866112" y="568051"/>
                  </a:lnTo>
                  <a:lnTo>
                    <a:pt x="1901998" y="544765"/>
                  </a:lnTo>
                  <a:lnTo>
                    <a:pt x="1937885" y="522647"/>
                  </a:lnTo>
                  <a:lnTo>
                    <a:pt x="1973772" y="501525"/>
                  </a:lnTo>
                  <a:lnTo>
                    <a:pt x="2009659" y="481229"/>
                  </a:lnTo>
                  <a:lnTo>
                    <a:pt x="2045546" y="461589"/>
                  </a:lnTo>
                  <a:lnTo>
                    <a:pt x="2081432" y="442434"/>
                  </a:lnTo>
                  <a:lnTo>
                    <a:pt x="2117319" y="423594"/>
                  </a:lnTo>
                  <a:lnTo>
                    <a:pt x="2153206" y="404896"/>
                  </a:lnTo>
                  <a:lnTo>
                    <a:pt x="2189093" y="386172"/>
                  </a:lnTo>
                  <a:lnTo>
                    <a:pt x="2224979" y="367250"/>
                  </a:lnTo>
                  <a:lnTo>
                    <a:pt x="2260866" y="347960"/>
                  </a:lnTo>
                  <a:lnTo>
                    <a:pt x="2296753" y="328131"/>
                  </a:lnTo>
                  <a:lnTo>
                    <a:pt x="2332640" y="307592"/>
                  </a:lnTo>
                  <a:lnTo>
                    <a:pt x="2368527" y="286174"/>
                  </a:lnTo>
                  <a:lnTo>
                    <a:pt x="2404413" y="263704"/>
                  </a:lnTo>
                  <a:lnTo>
                    <a:pt x="2440300" y="240367"/>
                  </a:lnTo>
                  <a:lnTo>
                    <a:pt x="2476187" y="217346"/>
                  </a:lnTo>
                  <a:lnTo>
                    <a:pt x="2512074" y="194709"/>
                  </a:lnTo>
                  <a:lnTo>
                    <a:pt x="2547960" y="172406"/>
                  </a:lnTo>
                  <a:lnTo>
                    <a:pt x="2583847" y="150386"/>
                  </a:lnTo>
                  <a:lnTo>
                    <a:pt x="2619734" y="128600"/>
                  </a:lnTo>
                  <a:lnTo>
                    <a:pt x="2655621" y="106998"/>
                  </a:lnTo>
                  <a:lnTo>
                    <a:pt x="2691508" y="85530"/>
                  </a:lnTo>
                  <a:lnTo>
                    <a:pt x="2727394" y="64146"/>
                  </a:lnTo>
                  <a:lnTo>
                    <a:pt x="2763281" y="42797"/>
                  </a:lnTo>
                  <a:lnTo>
                    <a:pt x="2799168" y="21431"/>
                  </a:lnTo>
                  <a:lnTo>
                    <a:pt x="2835055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2025-10-13T09:25:28Z</dcterms:modified>
  <cp:category/>
</cp:coreProperties>
</file>