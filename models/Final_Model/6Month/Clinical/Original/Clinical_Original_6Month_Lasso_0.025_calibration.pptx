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(N=2722, events=1037)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62122" y="534903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516579" y="529150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630995" y="525298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53579" y="502655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88331" y="472233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27930" y="423965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507883" y="385520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027069" y="331685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45298" y="252672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01202" y="221129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94132" y="2223857"/>
              <a:ext cx="2839079" cy="3170122"/>
            </a:xfrm>
            <a:custGeom>
              <a:avLst/>
              <a:pathLst>
                <a:path w="2839079" h="3170122">
                  <a:moveTo>
                    <a:pt x="0" y="3170122"/>
                  </a:moveTo>
                  <a:lnTo>
                    <a:pt x="35937" y="3163179"/>
                  </a:lnTo>
                  <a:lnTo>
                    <a:pt x="71875" y="3151384"/>
                  </a:lnTo>
                  <a:lnTo>
                    <a:pt x="107813" y="3134728"/>
                  </a:lnTo>
                  <a:lnTo>
                    <a:pt x="143750" y="3113199"/>
                  </a:lnTo>
                  <a:lnTo>
                    <a:pt x="179688" y="3086664"/>
                  </a:lnTo>
                  <a:lnTo>
                    <a:pt x="215626" y="3055007"/>
                  </a:lnTo>
                  <a:lnTo>
                    <a:pt x="251564" y="3018722"/>
                  </a:lnTo>
                  <a:lnTo>
                    <a:pt x="287501" y="2978091"/>
                  </a:lnTo>
                  <a:lnTo>
                    <a:pt x="323439" y="2932337"/>
                  </a:lnTo>
                  <a:lnTo>
                    <a:pt x="359377" y="2881924"/>
                  </a:lnTo>
                  <a:lnTo>
                    <a:pt x="395314" y="2827492"/>
                  </a:lnTo>
                  <a:lnTo>
                    <a:pt x="431252" y="2765887"/>
                  </a:lnTo>
                  <a:lnTo>
                    <a:pt x="467190" y="2697380"/>
                  </a:lnTo>
                  <a:lnTo>
                    <a:pt x="503128" y="2625595"/>
                  </a:lnTo>
                  <a:lnTo>
                    <a:pt x="539065" y="2553614"/>
                  </a:lnTo>
                  <a:lnTo>
                    <a:pt x="575003" y="2478509"/>
                  </a:lnTo>
                  <a:lnTo>
                    <a:pt x="610941" y="2401077"/>
                  </a:lnTo>
                  <a:lnTo>
                    <a:pt x="646878" y="2323780"/>
                  </a:lnTo>
                  <a:lnTo>
                    <a:pt x="682816" y="2249083"/>
                  </a:lnTo>
                  <a:lnTo>
                    <a:pt x="718754" y="2179451"/>
                  </a:lnTo>
                  <a:lnTo>
                    <a:pt x="754692" y="2117349"/>
                  </a:lnTo>
                  <a:lnTo>
                    <a:pt x="790629" y="2063063"/>
                  </a:lnTo>
                  <a:lnTo>
                    <a:pt x="826567" y="2011275"/>
                  </a:lnTo>
                  <a:lnTo>
                    <a:pt x="862505" y="1961398"/>
                  </a:lnTo>
                  <a:lnTo>
                    <a:pt x="898443" y="1913240"/>
                  </a:lnTo>
                  <a:lnTo>
                    <a:pt x="934380" y="1866609"/>
                  </a:lnTo>
                  <a:lnTo>
                    <a:pt x="970318" y="1821311"/>
                  </a:lnTo>
                  <a:lnTo>
                    <a:pt x="1006256" y="1777155"/>
                  </a:lnTo>
                  <a:lnTo>
                    <a:pt x="1042193" y="1733948"/>
                  </a:lnTo>
                  <a:lnTo>
                    <a:pt x="1078131" y="1691497"/>
                  </a:lnTo>
                  <a:lnTo>
                    <a:pt x="1114069" y="1649611"/>
                  </a:lnTo>
                  <a:lnTo>
                    <a:pt x="1150007" y="1608112"/>
                  </a:lnTo>
                  <a:lnTo>
                    <a:pt x="1185944" y="1568167"/>
                  </a:lnTo>
                  <a:lnTo>
                    <a:pt x="1221882" y="1530368"/>
                  </a:lnTo>
                  <a:lnTo>
                    <a:pt x="1257820" y="1494396"/>
                  </a:lnTo>
                  <a:lnTo>
                    <a:pt x="1293757" y="1459936"/>
                  </a:lnTo>
                  <a:lnTo>
                    <a:pt x="1329695" y="1426670"/>
                  </a:lnTo>
                  <a:lnTo>
                    <a:pt x="1365633" y="1394281"/>
                  </a:lnTo>
                  <a:lnTo>
                    <a:pt x="1401571" y="1362452"/>
                  </a:lnTo>
                  <a:lnTo>
                    <a:pt x="1437508" y="1330867"/>
                  </a:lnTo>
                  <a:lnTo>
                    <a:pt x="1473446" y="1299208"/>
                  </a:lnTo>
                  <a:lnTo>
                    <a:pt x="1509384" y="1267159"/>
                  </a:lnTo>
                  <a:lnTo>
                    <a:pt x="1545322" y="1234403"/>
                  </a:lnTo>
                  <a:lnTo>
                    <a:pt x="1581259" y="1200622"/>
                  </a:lnTo>
                  <a:lnTo>
                    <a:pt x="1617197" y="1165500"/>
                  </a:lnTo>
                  <a:lnTo>
                    <a:pt x="1653135" y="1128720"/>
                  </a:lnTo>
                  <a:lnTo>
                    <a:pt x="1689072" y="1090425"/>
                  </a:lnTo>
                  <a:lnTo>
                    <a:pt x="1725010" y="1051936"/>
                  </a:lnTo>
                  <a:lnTo>
                    <a:pt x="1760948" y="1013400"/>
                  </a:lnTo>
                  <a:lnTo>
                    <a:pt x="1796886" y="974859"/>
                  </a:lnTo>
                  <a:lnTo>
                    <a:pt x="1832823" y="936355"/>
                  </a:lnTo>
                  <a:lnTo>
                    <a:pt x="1868761" y="897932"/>
                  </a:lnTo>
                  <a:lnTo>
                    <a:pt x="1904699" y="859631"/>
                  </a:lnTo>
                  <a:lnTo>
                    <a:pt x="1940636" y="821495"/>
                  </a:lnTo>
                  <a:lnTo>
                    <a:pt x="1976574" y="783566"/>
                  </a:lnTo>
                  <a:lnTo>
                    <a:pt x="2012512" y="745887"/>
                  </a:lnTo>
                  <a:lnTo>
                    <a:pt x="2048450" y="708501"/>
                  </a:lnTo>
                  <a:lnTo>
                    <a:pt x="2084387" y="671449"/>
                  </a:lnTo>
                  <a:lnTo>
                    <a:pt x="2120325" y="634775"/>
                  </a:lnTo>
                  <a:lnTo>
                    <a:pt x="2156263" y="598520"/>
                  </a:lnTo>
                  <a:lnTo>
                    <a:pt x="2192200" y="562728"/>
                  </a:lnTo>
                  <a:lnTo>
                    <a:pt x="2228138" y="527440"/>
                  </a:lnTo>
                  <a:lnTo>
                    <a:pt x="2264076" y="492700"/>
                  </a:lnTo>
                  <a:lnTo>
                    <a:pt x="2300014" y="458549"/>
                  </a:lnTo>
                  <a:lnTo>
                    <a:pt x="2335951" y="425031"/>
                  </a:lnTo>
                  <a:lnTo>
                    <a:pt x="2371889" y="392187"/>
                  </a:lnTo>
                  <a:lnTo>
                    <a:pt x="2407827" y="359955"/>
                  </a:lnTo>
                  <a:lnTo>
                    <a:pt x="2443765" y="328040"/>
                  </a:lnTo>
                  <a:lnTo>
                    <a:pt x="2479702" y="296433"/>
                  </a:lnTo>
                  <a:lnTo>
                    <a:pt x="2515640" y="265147"/>
                  </a:lnTo>
                  <a:lnTo>
                    <a:pt x="2551578" y="234193"/>
                  </a:lnTo>
                  <a:lnTo>
                    <a:pt x="2587515" y="203584"/>
                  </a:lnTo>
                  <a:lnTo>
                    <a:pt x="2623453" y="173332"/>
                  </a:lnTo>
                  <a:lnTo>
                    <a:pt x="2659391" y="143449"/>
                  </a:lnTo>
                  <a:lnTo>
                    <a:pt x="2695329" y="113948"/>
                  </a:lnTo>
                  <a:lnTo>
                    <a:pt x="2731266" y="84840"/>
                  </a:lnTo>
                  <a:lnTo>
                    <a:pt x="2767204" y="56138"/>
                  </a:lnTo>
                  <a:lnTo>
                    <a:pt x="2803142" y="27854"/>
                  </a:lnTo>
                  <a:lnTo>
                    <a:pt x="2839079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2025-10-13T09:23:09Z</dcterms:modified>
  <cp:category/>
</cp:coreProperties>
</file>