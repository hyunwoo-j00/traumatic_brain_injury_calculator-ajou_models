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 (external)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98096" y="514398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40500" y="531088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84202" y="495951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82031" y="431456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061196" y="404410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345756" y="346619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29839" y="386379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052239" y="32905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394050" y="31148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948223" y="249992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30106" y="2520957"/>
              <a:ext cx="2650126" cy="2809273"/>
            </a:xfrm>
            <a:custGeom>
              <a:avLst/>
              <a:pathLst>
                <a:path w="2650126" h="2809273">
                  <a:moveTo>
                    <a:pt x="0" y="2809273"/>
                  </a:moveTo>
                  <a:lnTo>
                    <a:pt x="33545" y="2762518"/>
                  </a:lnTo>
                  <a:lnTo>
                    <a:pt x="67091" y="2714674"/>
                  </a:lnTo>
                  <a:lnTo>
                    <a:pt x="100637" y="2665683"/>
                  </a:lnTo>
                  <a:lnTo>
                    <a:pt x="134183" y="2615485"/>
                  </a:lnTo>
                  <a:lnTo>
                    <a:pt x="167729" y="2563972"/>
                  </a:lnTo>
                  <a:lnTo>
                    <a:pt x="201275" y="2511136"/>
                  </a:lnTo>
                  <a:lnTo>
                    <a:pt x="234821" y="2457229"/>
                  </a:lnTo>
                  <a:lnTo>
                    <a:pt x="268367" y="2402514"/>
                  </a:lnTo>
                  <a:lnTo>
                    <a:pt x="301913" y="2346996"/>
                  </a:lnTo>
                  <a:lnTo>
                    <a:pt x="335459" y="2289358"/>
                  </a:lnTo>
                  <a:lnTo>
                    <a:pt x="369004" y="2229913"/>
                  </a:lnTo>
                  <a:lnTo>
                    <a:pt x="402550" y="2169316"/>
                  </a:lnTo>
                  <a:lnTo>
                    <a:pt x="436096" y="2108218"/>
                  </a:lnTo>
                  <a:lnTo>
                    <a:pt x="469642" y="2047272"/>
                  </a:lnTo>
                  <a:lnTo>
                    <a:pt x="503188" y="1985258"/>
                  </a:lnTo>
                  <a:lnTo>
                    <a:pt x="536734" y="1915260"/>
                  </a:lnTo>
                  <a:lnTo>
                    <a:pt x="570280" y="1839009"/>
                  </a:lnTo>
                  <a:lnTo>
                    <a:pt x="603826" y="1759330"/>
                  </a:lnTo>
                  <a:lnTo>
                    <a:pt x="637372" y="1679052"/>
                  </a:lnTo>
                  <a:lnTo>
                    <a:pt x="670918" y="1601002"/>
                  </a:lnTo>
                  <a:lnTo>
                    <a:pt x="704463" y="1528008"/>
                  </a:lnTo>
                  <a:lnTo>
                    <a:pt x="738009" y="1462898"/>
                  </a:lnTo>
                  <a:lnTo>
                    <a:pt x="771555" y="1408384"/>
                  </a:lnTo>
                  <a:lnTo>
                    <a:pt x="805101" y="1363738"/>
                  </a:lnTo>
                  <a:lnTo>
                    <a:pt x="838647" y="1326959"/>
                  </a:lnTo>
                  <a:lnTo>
                    <a:pt x="872193" y="1296650"/>
                  </a:lnTo>
                  <a:lnTo>
                    <a:pt x="905739" y="1271415"/>
                  </a:lnTo>
                  <a:lnTo>
                    <a:pt x="939285" y="1249858"/>
                  </a:lnTo>
                  <a:lnTo>
                    <a:pt x="972831" y="1230582"/>
                  </a:lnTo>
                  <a:lnTo>
                    <a:pt x="1006377" y="1212191"/>
                  </a:lnTo>
                  <a:lnTo>
                    <a:pt x="1039923" y="1193288"/>
                  </a:lnTo>
                  <a:lnTo>
                    <a:pt x="1073468" y="1174955"/>
                  </a:lnTo>
                  <a:lnTo>
                    <a:pt x="1107014" y="1161654"/>
                  </a:lnTo>
                  <a:lnTo>
                    <a:pt x="1140560" y="1152558"/>
                  </a:lnTo>
                  <a:lnTo>
                    <a:pt x="1174106" y="1146621"/>
                  </a:lnTo>
                  <a:lnTo>
                    <a:pt x="1207652" y="1142799"/>
                  </a:lnTo>
                  <a:lnTo>
                    <a:pt x="1241198" y="1140045"/>
                  </a:lnTo>
                  <a:lnTo>
                    <a:pt x="1274744" y="1137315"/>
                  </a:lnTo>
                  <a:lnTo>
                    <a:pt x="1308290" y="1133562"/>
                  </a:lnTo>
                  <a:lnTo>
                    <a:pt x="1341836" y="1127741"/>
                  </a:lnTo>
                  <a:lnTo>
                    <a:pt x="1375382" y="1118806"/>
                  </a:lnTo>
                  <a:lnTo>
                    <a:pt x="1408927" y="1105713"/>
                  </a:lnTo>
                  <a:lnTo>
                    <a:pt x="1442473" y="1087854"/>
                  </a:lnTo>
                  <a:lnTo>
                    <a:pt x="1476019" y="1070447"/>
                  </a:lnTo>
                  <a:lnTo>
                    <a:pt x="1509565" y="1054791"/>
                  </a:lnTo>
                  <a:lnTo>
                    <a:pt x="1543111" y="1040227"/>
                  </a:lnTo>
                  <a:lnTo>
                    <a:pt x="1576657" y="1026101"/>
                  </a:lnTo>
                  <a:lnTo>
                    <a:pt x="1610203" y="1011755"/>
                  </a:lnTo>
                  <a:lnTo>
                    <a:pt x="1643749" y="996534"/>
                  </a:lnTo>
                  <a:lnTo>
                    <a:pt x="1677295" y="979781"/>
                  </a:lnTo>
                  <a:lnTo>
                    <a:pt x="1710841" y="960840"/>
                  </a:lnTo>
                  <a:lnTo>
                    <a:pt x="1744386" y="939054"/>
                  </a:lnTo>
                  <a:lnTo>
                    <a:pt x="1777932" y="914472"/>
                  </a:lnTo>
                  <a:lnTo>
                    <a:pt x="1811478" y="888764"/>
                  </a:lnTo>
                  <a:lnTo>
                    <a:pt x="1845024" y="862093"/>
                  </a:lnTo>
                  <a:lnTo>
                    <a:pt x="1878570" y="834512"/>
                  </a:lnTo>
                  <a:lnTo>
                    <a:pt x="1912116" y="806075"/>
                  </a:lnTo>
                  <a:lnTo>
                    <a:pt x="1945662" y="776838"/>
                  </a:lnTo>
                  <a:lnTo>
                    <a:pt x="1979208" y="746853"/>
                  </a:lnTo>
                  <a:lnTo>
                    <a:pt x="2012754" y="716175"/>
                  </a:lnTo>
                  <a:lnTo>
                    <a:pt x="2046300" y="684859"/>
                  </a:lnTo>
                  <a:lnTo>
                    <a:pt x="2079846" y="652959"/>
                  </a:lnTo>
                  <a:lnTo>
                    <a:pt x="2113391" y="620483"/>
                  </a:lnTo>
                  <a:lnTo>
                    <a:pt x="2146937" y="587225"/>
                  </a:lnTo>
                  <a:lnTo>
                    <a:pt x="2180483" y="553162"/>
                  </a:lnTo>
                  <a:lnTo>
                    <a:pt x="2214029" y="518309"/>
                  </a:lnTo>
                  <a:lnTo>
                    <a:pt x="2247575" y="482681"/>
                  </a:lnTo>
                  <a:lnTo>
                    <a:pt x="2281121" y="446292"/>
                  </a:lnTo>
                  <a:lnTo>
                    <a:pt x="2314667" y="409157"/>
                  </a:lnTo>
                  <a:lnTo>
                    <a:pt x="2348213" y="371291"/>
                  </a:lnTo>
                  <a:lnTo>
                    <a:pt x="2381759" y="332708"/>
                  </a:lnTo>
                  <a:lnTo>
                    <a:pt x="2415305" y="293423"/>
                  </a:lnTo>
                  <a:lnTo>
                    <a:pt x="2448850" y="253451"/>
                  </a:lnTo>
                  <a:lnTo>
                    <a:pt x="2482396" y="212806"/>
                  </a:lnTo>
                  <a:lnTo>
                    <a:pt x="2515942" y="171502"/>
                  </a:lnTo>
                  <a:lnTo>
                    <a:pt x="2549488" y="129555"/>
                  </a:lnTo>
                  <a:lnTo>
                    <a:pt x="2583034" y="86979"/>
                  </a:lnTo>
                  <a:lnTo>
                    <a:pt x="2616580" y="43789"/>
                  </a:lnTo>
                  <a:lnTo>
                    <a:pt x="2650126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697444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(external)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2025-10-13T09:44:45Z</dcterms:modified>
  <cp:category/>
</cp:coreProperties>
</file>