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5422" y="53744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3131" y="53727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6002" y="51452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13848" y="497017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6442" y="47308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81513" y="415149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01877" y="39877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54441" y="31942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93417" y="26652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58660" y="22238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7432" y="2248757"/>
              <a:ext cx="2853238" cy="3193985"/>
            </a:xfrm>
            <a:custGeom>
              <a:avLst/>
              <a:pathLst>
                <a:path w="2853238" h="3193985">
                  <a:moveTo>
                    <a:pt x="0" y="3193985"/>
                  </a:moveTo>
                  <a:lnTo>
                    <a:pt x="36116" y="3171100"/>
                  </a:lnTo>
                  <a:lnTo>
                    <a:pt x="72233" y="3145594"/>
                  </a:lnTo>
                  <a:lnTo>
                    <a:pt x="108350" y="3117473"/>
                  </a:lnTo>
                  <a:lnTo>
                    <a:pt x="144467" y="3086740"/>
                  </a:lnTo>
                  <a:lnTo>
                    <a:pt x="180584" y="3053385"/>
                  </a:lnTo>
                  <a:lnTo>
                    <a:pt x="216701" y="3017396"/>
                  </a:lnTo>
                  <a:lnTo>
                    <a:pt x="252818" y="2978839"/>
                  </a:lnTo>
                  <a:lnTo>
                    <a:pt x="288935" y="2937765"/>
                  </a:lnTo>
                  <a:lnTo>
                    <a:pt x="325052" y="2893784"/>
                  </a:lnTo>
                  <a:lnTo>
                    <a:pt x="361169" y="2847044"/>
                  </a:lnTo>
                  <a:lnTo>
                    <a:pt x="397286" y="2797966"/>
                  </a:lnTo>
                  <a:lnTo>
                    <a:pt x="433403" y="2745960"/>
                  </a:lnTo>
                  <a:lnTo>
                    <a:pt x="469520" y="2689030"/>
                  </a:lnTo>
                  <a:lnTo>
                    <a:pt x="505637" y="2628662"/>
                  </a:lnTo>
                  <a:lnTo>
                    <a:pt x="541754" y="2566562"/>
                  </a:lnTo>
                  <a:lnTo>
                    <a:pt x="577870" y="2504434"/>
                  </a:lnTo>
                  <a:lnTo>
                    <a:pt x="613987" y="2441725"/>
                  </a:lnTo>
                  <a:lnTo>
                    <a:pt x="650104" y="2376898"/>
                  </a:lnTo>
                  <a:lnTo>
                    <a:pt x="686221" y="2311487"/>
                  </a:lnTo>
                  <a:lnTo>
                    <a:pt x="722338" y="2247041"/>
                  </a:lnTo>
                  <a:lnTo>
                    <a:pt x="758455" y="2185114"/>
                  </a:lnTo>
                  <a:lnTo>
                    <a:pt x="794572" y="2127257"/>
                  </a:lnTo>
                  <a:lnTo>
                    <a:pt x="830689" y="2075021"/>
                  </a:lnTo>
                  <a:lnTo>
                    <a:pt x="866806" y="2029958"/>
                  </a:lnTo>
                  <a:lnTo>
                    <a:pt x="902923" y="1992038"/>
                  </a:lnTo>
                  <a:lnTo>
                    <a:pt x="939040" y="1957708"/>
                  </a:lnTo>
                  <a:lnTo>
                    <a:pt x="975157" y="1926108"/>
                  </a:lnTo>
                  <a:lnTo>
                    <a:pt x="1011274" y="1896541"/>
                  </a:lnTo>
                  <a:lnTo>
                    <a:pt x="1047391" y="1868313"/>
                  </a:lnTo>
                  <a:lnTo>
                    <a:pt x="1083508" y="1840727"/>
                  </a:lnTo>
                  <a:lnTo>
                    <a:pt x="1119625" y="1813086"/>
                  </a:lnTo>
                  <a:lnTo>
                    <a:pt x="1155741" y="1784696"/>
                  </a:lnTo>
                  <a:lnTo>
                    <a:pt x="1191858" y="1754859"/>
                  </a:lnTo>
                  <a:lnTo>
                    <a:pt x="1227975" y="1722881"/>
                  </a:lnTo>
                  <a:lnTo>
                    <a:pt x="1264092" y="1688064"/>
                  </a:lnTo>
                  <a:lnTo>
                    <a:pt x="1300209" y="1649735"/>
                  </a:lnTo>
                  <a:lnTo>
                    <a:pt x="1336326" y="1609753"/>
                  </a:lnTo>
                  <a:lnTo>
                    <a:pt x="1372443" y="1569676"/>
                  </a:lnTo>
                  <a:lnTo>
                    <a:pt x="1408560" y="1529525"/>
                  </a:lnTo>
                  <a:lnTo>
                    <a:pt x="1444677" y="1489322"/>
                  </a:lnTo>
                  <a:lnTo>
                    <a:pt x="1480794" y="1449089"/>
                  </a:lnTo>
                  <a:lnTo>
                    <a:pt x="1516911" y="1408848"/>
                  </a:lnTo>
                  <a:lnTo>
                    <a:pt x="1553028" y="1368622"/>
                  </a:lnTo>
                  <a:lnTo>
                    <a:pt x="1589145" y="1328432"/>
                  </a:lnTo>
                  <a:lnTo>
                    <a:pt x="1625262" y="1288301"/>
                  </a:lnTo>
                  <a:lnTo>
                    <a:pt x="1661379" y="1248250"/>
                  </a:lnTo>
                  <a:lnTo>
                    <a:pt x="1697496" y="1208302"/>
                  </a:lnTo>
                  <a:lnTo>
                    <a:pt x="1733612" y="1168478"/>
                  </a:lnTo>
                  <a:lnTo>
                    <a:pt x="1769729" y="1128801"/>
                  </a:lnTo>
                  <a:lnTo>
                    <a:pt x="1805846" y="1089293"/>
                  </a:lnTo>
                  <a:lnTo>
                    <a:pt x="1841963" y="1049975"/>
                  </a:lnTo>
                  <a:lnTo>
                    <a:pt x="1878080" y="1010693"/>
                  </a:lnTo>
                  <a:lnTo>
                    <a:pt x="1914197" y="971131"/>
                  </a:lnTo>
                  <a:lnTo>
                    <a:pt x="1950314" y="931346"/>
                  </a:lnTo>
                  <a:lnTo>
                    <a:pt x="1986431" y="891405"/>
                  </a:lnTo>
                  <a:lnTo>
                    <a:pt x="2022548" y="851375"/>
                  </a:lnTo>
                  <a:lnTo>
                    <a:pt x="2058665" y="811322"/>
                  </a:lnTo>
                  <a:lnTo>
                    <a:pt x="2094782" y="771313"/>
                  </a:lnTo>
                  <a:lnTo>
                    <a:pt x="2130899" y="731416"/>
                  </a:lnTo>
                  <a:lnTo>
                    <a:pt x="2167016" y="691696"/>
                  </a:lnTo>
                  <a:lnTo>
                    <a:pt x="2203133" y="652221"/>
                  </a:lnTo>
                  <a:lnTo>
                    <a:pt x="2239250" y="613057"/>
                  </a:lnTo>
                  <a:lnTo>
                    <a:pt x="2275367" y="574272"/>
                  </a:lnTo>
                  <a:lnTo>
                    <a:pt x="2311483" y="535932"/>
                  </a:lnTo>
                  <a:lnTo>
                    <a:pt x="2347600" y="498104"/>
                  </a:lnTo>
                  <a:lnTo>
                    <a:pt x="2383717" y="460855"/>
                  </a:lnTo>
                  <a:lnTo>
                    <a:pt x="2419834" y="424061"/>
                  </a:lnTo>
                  <a:lnTo>
                    <a:pt x="2455951" y="387458"/>
                  </a:lnTo>
                  <a:lnTo>
                    <a:pt x="2492068" y="351053"/>
                  </a:lnTo>
                  <a:lnTo>
                    <a:pt x="2528185" y="314855"/>
                  </a:lnTo>
                  <a:lnTo>
                    <a:pt x="2564302" y="278874"/>
                  </a:lnTo>
                  <a:lnTo>
                    <a:pt x="2600419" y="243120"/>
                  </a:lnTo>
                  <a:lnTo>
                    <a:pt x="2636536" y="207602"/>
                  </a:lnTo>
                  <a:lnTo>
                    <a:pt x="2672653" y="172330"/>
                  </a:lnTo>
                  <a:lnTo>
                    <a:pt x="2708770" y="137314"/>
                  </a:lnTo>
                  <a:lnTo>
                    <a:pt x="2744887" y="102563"/>
                  </a:lnTo>
                  <a:lnTo>
                    <a:pt x="2781004" y="68087"/>
                  </a:lnTo>
                  <a:lnTo>
                    <a:pt x="2817121" y="33896"/>
                  </a:lnTo>
                  <a:lnTo>
                    <a:pt x="285323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2025-10-13T09:25:48Z</dcterms:modified>
  <cp:category/>
</cp:coreProperties>
</file>